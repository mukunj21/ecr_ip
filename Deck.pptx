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ags/tag2.xml" ContentType="application/vnd.openxmlformats-officedocument.presentationml.tags+xml"/>
  <Override PartName="/ppt/theme/theme2.xml" ContentType="application/vnd.openxmlformats-officedocument.theme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3"/>
  </p:sldMasterIdLst>
  <p:notesMasterIdLst>
    <p:notesMasterId r:id="rId9"/>
  </p:notesMasterIdLst>
  <p:sldIdLst>
    <p:sldId id="266" r:id="rId4"/>
    <p:sldId id="262" r:id="rId5"/>
    <p:sldId id="263" r:id="rId6"/>
    <p:sldId id="264" r:id="rId7"/>
    <p:sldId id="265" r:id="rId8"/>
  </p:sldIdLst>
  <p:sldSz cx="12192000" cy="6858000"/>
  <p:notesSz cx="6797675" cy="9926638"/>
  <p:custDataLst>
    <p:tags r:id="rId10"/>
  </p:custDataLst>
  <p:defaultTextStyle>
    <a:defPPr>
      <a:defRPr lang="en-US"/>
    </a:defPPr>
    <a:lvl1pPr marL="177800" indent="-177800" algn="l" defTabSz="711200" rtl="0" eaLnBrk="1" latinLnBrk="0" hangingPunct="1">
      <a:spcBef>
        <a:spcPts val="1200"/>
      </a:spcBef>
      <a:buChar char="•"/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355600" indent="-177800" algn="l" defTabSz="711200" rtl="0" eaLnBrk="1" latinLnBrk="0" hangingPunct="1">
      <a:spcBef>
        <a:spcPts val="600"/>
      </a:spcBef>
      <a:buChar char="–"/>
      <a:defRPr sz="1400" kern="1200">
        <a:solidFill>
          <a:schemeClr val="tx1"/>
        </a:solidFill>
        <a:latin typeface="+mn-lt"/>
        <a:ea typeface="+mn-ea"/>
        <a:cs typeface="+mn-cs"/>
      </a:defRPr>
    </a:lvl2pPr>
    <a:lvl3pPr marL="533400" indent="-177800" algn="l" defTabSz="711200" rtl="0" eaLnBrk="1" latinLnBrk="0" hangingPunct="1">
      <a:spcBef>
        <a:spcPts val="600"/>
      </a:spcBef>
      <a:buChar char="&gt;"/>
      <a:defRPr sz="1400" kern="1200">
        <a:solidFill>
          <a:schemeClr val="tx1"/>
        </a:solidFill>
        <a:latin typeface="+mn-lt"/>
        <a:ea typeface="+mn-ea"/>
        <a:cs typeface="+mn-cs"/>
      </a:defRPr>
    </a:lvl3pPr>
    <a:lvl4pPr marL="711200" indent="-177800" algn="l" defTabSz="711200" rtl="0" eaLnBrk="1" latinLnBrk="0" hangingPunct="1">
      <a:spcBef>
        <a:spcPts val="600"/>
      </a:spcBef>
      <a:buChar char="–"/>
      <a:defRPr sz="1400" kern="1200">
        <a:solidFill>
          <a:schemeClr val="tx1"/>
        </a:solidFill>
        <a:latin typeface="+mn-lt"/>
        <a:ea typeface="+mn-ea"/>
        <a:cs typeface="+mn-cs"/>
      </a:defRPr>
    </a:lvl4pPr>
    <a:lvl5pPr marL="889000" indent="-177800" algn="l" defTabSz="711200" rtl="0" eaLnBrk="1" latinLnBrk="0" hangingPunct="1">
      <a:spcBef>
        <a:spcPts val="600"/>
      </a:spcBef>
      <a:buChar char="&gt;"/>
      <a:defRPr sz="1400" kern="1200">
        <a:solidFill>
          <a:schemeClr val="tx1"/>
        </a:solidFill>
        <a:latin typeface="+mn-lt"/>
        <a:ea typeface="+mn-ea"/>
        <a:cs typeface="+mn-cs"/>
      </a:defRPr>
    </a:lvl5pPr>
    <a:lvl6pPr marL="10668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6pPr>
    <a:lvl7pPr marL="12446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7pPr>
    <a:lvl8pPr marL="14224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8pPr>
    <a:lvl9pPr marL="1600200" indent="-177800" algn="l" defTabSz="711200" rtl="0" eaLnBrk="1" latinLnBrk="0" hangingPunct="1">
      <a:defRPr sz="1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5C5C5C"/>
    <a:srgbClr val="FAEEC3"/>
    <a:srgbClr val="F2DE8A"/>
    <a:srgbClr val="E9CD49"/>
    <a:srgbClr val="C6AA3D"/>
    <a:srgbClr val="AB8933"/>
    <a:srgbClr val="FAECDB"/>
    <a:srgbClr val="EDDABD"/>
    <a:srgbClr val="CFB79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9868636-58E0-4C4D-9E43-AC95D3FC9A8D}" v="32" dt="2026-04-14T06:21:51.859"/>
  </p1510:revLst>
</p1510:revInfo>
</file>

<file path=ppt/tableStyles.xml><?xml version="1.0" encoding="utf-8"?>
<a:tblStyleLst xmlns:a="http://schemas.openxmlformats.org/drawingml/2006/main" def="{2D5ABB26-0587-4C30-8999-92F81FD0307C}">
  <a:tblStyle styleId="{9D7B26C5-4107-4FEC-AEDC-1716B250A1EF}" styleName="Light Style 1">
    <a:wholeTbl>
      <a:tcTxStyle>
        <a:fontRef idx="minor">
          <a:prstClr val="black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 w="9525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>
              <a:noFill/>
            </a:ln>
          </a:top>
          <a:bottom>
            <a:ln>
              <a:noFill/>
            </a:ln>
          </a:bottom>
        </a:tcBdr>
        <a:fill>
          <a:solidFill>
            <a:schemeClr val="dk2"/>
          </a:solidFill>
        </a:fill>
      </a:tcStyle>
    </a:band1H>
    <a:band2H>
      <a:tcStyle>
        <a:tcBdr/>
      </a:tcStyle>
    </a:band2H>
    <a:band1V>
      <a:tcStyle>
        <a:tcBdr/>
      </a:tcStyle>
    </a:band1V>
    <a:band2V>
      <a:tcStyle>
        <a:tcBdr/>
      </a:tcStyle>
    </a:band2V>
    <a:firstCol>
      <a:tcTxStyle b="on"/>
      <a:tcStyle>
        <a:tcBdr/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1905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accent3"/>
      </a:tcTxStyle>
      <a:tcStyle>
        <a:tcBdr>
          <a:bottom>
            <a:ln w="19050" cmpd="sng">
              <a:solidFill>
                <a:schemeClr val="dk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6552" autoAdjust="0"/>
  </p:normalViewPr>
  <p:slideViewPr>
    <p:cSldViewPr snapToGrid="0">
      <p:cViewPr varScale="1">
        <p:scale>
          <a:sx n="80" d="100"/>
          <a:sy n="80" d="100"/>
        </p:scale>
        <p:origin x="58" y="39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theme" Target="theme/theme1.xml"/><Relationship Id="rId3" Type="http://schemas.openxmlformats.org/officeDocument/2006/relationships/slideMaster" Target="slideMasters/slideMaster1.xml"/><Relationship Id="rId7" Type="http://schemas.openxmlformats.org/officeDocument/2006/relationships/slide" Target="slides/slide4.xml"/><Relationship Id="rId12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microsoft.com/office/2015/10/relationships/revisionInfo" Target="revisionInfo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microsoft.com/office/2016/11/relationships/changesInfo" Target="changesInfos/changesInfo1.xml"/><Relationship Id="rId10" Type="http://schemas.openxmlformats.org/officeDocument/2006/relationships/tags" Target="tags/tag1.xml"/><Relationship Id="rId4" Type="http://schemas.openxmlformats.org/officeDocument/2006/relationships/slide" Target="slides/slide1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ndhra, Mukunj" userId="1c2f3120-076c-4bbd-9e2e-035f943010bb" providerId="ADAL" clId="{F49740AB-4157-4968-91D3-3482E897651D}"/>
    <pc:docChg chg="custSel addSld modSld sldOrd">
      <pc:chgData name="Mundhra, Mukunj" userId="1c2f3120-076c-4bbd-9e2e-035f943010bb" providerId="ADAL" clId="{F49740AB-4157-4968-91D3-3482E897651D}" dt="2026-04-14T06:39:57.292" v="916" actId="15"/>
      <pc:docMkLst>
        <pc:docMk/>
      </pc:docMkLst>
      <pc:sldChg chg="modSp mod">
        <pc:chgData name="Mundhra, Mukunj" userId="1c2f3120-076c-4bbd-9e2e-035f943010bb" providerId="ADAL" clId="{F49740AB-4157-4968-91D3-3482E897651D}" dt="2026-04-13T11:29:18.026" v="115" actId="20577"/>
        <pc:sldMkLst>
          <pc:docMk/>
          <pc:sldMk cId="477637231" sldId="262"/>
        </pc:sldMkLst>
        <pc:graphicFrameChg chg="modGraphic">
          <ac:chgData name="Mundhra, Mukunj" userId="1c2f3120-076c-4bbd-9e2e-035f943010bb" providerId="ADAL" clId="{F49740AB-4157-4968-91D3-3482E897651D}" dt="2026-04-13T11:29:18.026" v="115" actId="20577"/>
          <ac:graphicFrameMkLst>
            <pc:docMk/>
            <pc:sldMk cId="477637231" sldId="262"/>
            <ac:graphicFrameMk id="13" creationId="{785CD4C5-7B85-901F-3957-E6677F7EDCE0}"/>
          </ac:graphicFrameMkLst>
        </pc:graphicFrameChg>
      </pc:sldChg>
      <pc:sldChg chg="addSp modSp new mod ord">
        <pc:chgData name="Mundhra, Mukunj" userId="1c2f3120-076c-4bbd-9e2e-035f943010bb" providerId="ADAL" clId="{F49740AB-4157-4968-91D3-3482E897651D}" dt="2026-04-14T06:39:57.292" v="916" actId="15"/>
        <pc:sldMkLst>
          <pc:docMk/>
          <pc:sldMk cId="1423028996" sldId="266"/>
        </pc:sldMkLst>
        <pc:spChg chg="add mod">
          <ac:chgData name="Mundhra, Mukunj" userId="1c2f3120-076c-4bbd-9e2e-035f943010bb" providerId="ADAL" clId="{F49740AB-4157-4968-91D3-3482E897651D}" dt="2026-04-14T06:21:51.857" v="177"/>
          <ac:spMkLst>
            <pc:docMk/>
            <pc:sldMk cId="1423028996" sldId="266"/>
            <ac:spMk id="7" creationId="{ED167B8E-25C6-6742-E5A6-0EB0BFC4E9A0}"/>
          </ac:spMkLst>
        </pc:spChg>
        <pc:spChg chg="add mod">
          <ac:chgData name="Mundhra, Mukunj" userId="1c2f3120-076c-4bbd-9e2e-035f943010bb" providerId="ADAL" clId="{F49740AB-4157-4968-91D3-3482E897651D}" dt="2026-04-14T06:21:51.859" v="179"/>
          <ac:spMkLst>
            <pc:docMk/>
            <pc:sldMk cId="1423028996" sldId="266"/>
            <ac:spMk id="8" creationId="{22069FAB-4691-4229-79E6-F2C745E69B76}"/>
          </ac:spMkLst>
        </pc:spChg>
        <pc:spChg chg="add mod">
          <ac:chgData name="Mundhra, Mukunj" userId="1c2f3120-076c-4bbd-9e2e-035f943010bb" providerId="ADAL" clId="{F49740AB-4157-4968-91D3-3482E897651D}" dt="2026-04-14T06:21:51.857" v="177"/>
          <ac:spMkLst>
            <pc:docMk/>
            <pc:sldMk cId="1423028996" sldId="266"/>
            <ac:spMk id="9" creationId="{2E7A2E45-C3B0-A47D-A0C9-7457FC1F8176}"/>
          </ac:spMkLst>
        </pc:spChg>
        <pc:spChg chg="add mod">
          <ac:chgData name="Mundhra, Mukunj" userId="1c2f3120-076c-4bbd-9e2e-035f943010bb" providerId="ADAL" clId="{F49740AB-4157-4968-91D3-3482E897651D}" dt="2026-04-14T06:21:51.859" v="179"/>
          <ac:spMkLst>
            <pc:docMk/>
            <pc:sldMk cId="1423028996" sldId="266"/>
            <ac:spMk id="10" creationId="{4CE72651-C761-34E2-8659-D5D7CE01288F}"/>
          </ac:spMkLst>
        </pc:spChg>
        <pc:spChg chg="add mod">
          <ac:chgData name="Mundhra, Mukunj" userId="1c2f3120-076c-4bbd-9e2e-035f943010bb" providerId="ADAL" clId="{F49740AB-4157-4968-91D3-3482E897651D}" dt="2026-04-14T06:39:57.292" v="916" actId="15"/>
          <ac:spMkLst>
            <pc:docMk/>
            <pc:sldMk cId="1423028996" sldId="266"/>
            <ac:spMk id="13" creationId="{8DBADB07-BFE5-A258-71A9-1F0D9A31199D}"/>
          </ac:spMkLst>
        </pc:spChg>
        <pc:grpChg chg="add mod">
          <ac:chgData name="Mundhra, Mukunj" userId="1c2f3120-076c-4bbd-9e2e-035f943010bb" providerId="ADAL" clId="{F49740AB-4157-4968-91D3-3482E897651D}" dt="2026-04-14T06:21:51.858" v="178"/>
          <ac:grpSpMkLst>
            <pc:docMk/>
            <pc:sldMk cId="1423028996" sldId="266"/>
            <ac:grpSpMk id="11" creationId="{E63D20BD-3965-715A-07AE-A7BF364F8F3E}"/>
          </ac:grpSpMkLst>
        </pc:grpChg>
        <pc:grpChg chg="add mod">
          <ac:chgData name="Mundhra, Mukunj" userId="1c2f3120-076c-4bbd-9e2e-035f943010bb" providerId="ADAL" clId="{F49740AB-4157-4968-91D3-3482E897651D}" dt="2026-04-14T06:21:51.859" v="180"/>
          <ac:grpSpMkLst>
            <pc:docMk/>
            <pc:sldMk cId="1423028996" sldId="266"/>
            <ac:grpSpMk id="12" creationId="{7F72E0FC-ABE2-3DDC-CC45-B644027881C8}"/>
          </ac:grpSpMkLst>
        </pc:grpChg>
        <pc:cxnChg chg="add mod ord">
          <ac:chgData name="Mundhra, Mukunj" userId="1c2f3120-076c-4bbd-9e2e-035f943010bb" providerId="ADAL" clId="{F49740AB-4157-4968-91D3-3482E897651D}" dt="2026-04-14T06:21:51.857" v="177"/>
          <ac:cxnSpMkLst>
            <pc:docMk/>
            <pc:sldMk cId="1423028996" sldId="266"/>
            <ac:cxnSpMk id="3" creationId="{4716D50A-10F9-60AA-51CC-E7B234BE17DB}"/>
          </ac:cxnSpMkLst>
        </pc:cxnChg>
        <pc:cxnChg chg="add mod ord">
          <ac:chgData name="Mundhra, Mukunj" userId="1c2f3120-076c-4bbd-9e2e-035f943010bb" providerId="ADAL" clId="{F49740AB-4157-4968-91D3-3482E897651D}" dt="2026-04-14T06:21:51.859" v="179"/>
          <ac:cxnSpMkLst>
            <pc:docMk/>
            <pc:sldMk cId="1423028996" sldId="266"/>
            <ac:cxnSpMk id="4" creationId="{1D4A0B4B-2178-4C13-AA01-C2461F5B446E}"/>
          </ac:cxnSpMkLst>
        </pc:cxnChg>
        <pc:cxnChg chg="add mod ord">
          <ac:chgData name="Mundhra, Mukunj" userId="1c2f3120-076c-4bbd-9e2e-035f943010bb" providerId="ADAL" clId="{F49740AB-4157-4968-91D3-3482E897651D}" dt="2026-04-14T06:21:51.857" v="177"/>
          <ac:cxnSpMkLst>
            <pc:docMk/>
            <pc:sldMk cId="1423028996" sldId="266"/>
            <ac:cxnSpMk id="5" creationId="{71DF864F-C918-76AE-DA52-1834D12E87C6}"/>
          </ac:cxnSpMkLst>
        </pc:cxnChg>
        <pc:cxnChg chg="add mod ord">
          <ac:chgData name="Mundhra, Mukunj" userId="1c2f3120-076c-4bbd-9e2e-035f943010bb" providerId="ADAL" clId="{F49740AB-4157-4968-91D3-3482E897651D}" dt="2026-04-14T06:21:51.859" v="179"/>
          <ac:cxnSpMkLst>
            <pc:docMk/>
            <pc:sldMk cId="1423028996" sldId="266"/>
            <ac:cxnSpMk id="6" creationId="{A0AB05EE-77BE-C347-FCE7-96D7BA7FCA9A}"/>
          </ac:cxnSpMkLst>
        </pc:cxn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35E230-20ED-4256-85EE-74B4C5DBDF69}" type="datetimeFigureOut">
              <a:rPr lang="en-US" smtClean="0"/>
              <a:t>4/14/2026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450" y="4776788"/>
            <a:ext cx="5438775" cy="390842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49688" y="9429750"/>
            <a:ext cx="2946400" cy="496888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E69FD1-7283-475E-B41E-1F4D2D27C05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95836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BainLogo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7037" y="4998212"/>
            <a:ext cx="3240000" cy="405000"/>
          </a:xfrm>
          <a:prstGeom prst="rect">
            <a:avLst/>
          </a:prstGeom>
        </p:spPr>
      </p:pic>
      <p:sp>
        <p:nvSpPr>
          <p:cNvPr id="13" name="TextBox 12"/>
          <p:cNvSpPr txBox="1"/>
          <p:nvPr userDrawn="1"/>
        </p:nvSpPr>
        <p:spPr>
          <a:xfrm>
            <a:off x="334963" y="5077602"/>
            <a:ext cx="884858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marL="0" indent="0">
              <a:buNone/>
            </a:pPr>
            <a:r>
              <a:rPr lang="en-US" sz="1600" b="1" cap="all" spc="300" baseline="0" dirty="0">
                <a:solidFill>
                  <a:schemeClr val="tx1"/>
                </a:solidFill>
              </a:rPr>
              <a:t>Draft</a:t>
            </a:r>
          </a:p>
        </p:txBody>
      </p:sp>
      <p:cxnSp>
        <p:nvCxnSpPr>
          <p:cNvPr id="5" name="SeparatorLine"/>
          <p:cNvCxnSpPr/>
          <p:nvPr userDrawn="1"/>
        </p:nvCxnSpPr>
        <p:spPr>
          <a:xfrm>
            <a:off x="0" y="4873803"/>
            <a:ext cx="11857037" cy="0"/>
          </a:xfrm>
          <a:prstGeom prst="line">
            <a:avLst/>
          </a:prstGeom>
          <a:ln w="19050" cap="flat">
            <a:solidFill>
              <a:schemeClr val="accent3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ClientLogo"/>
          <p:cNvSpPr>
            <a:spLocks noGrp="1"/>
          </p:cNvSpPr>
          <p:nvPr>
            <p:ph type="pic" sz="quarter" idx="10"/>
          </p:nvPr>
        </p:nvSpPr>
        <p:spPr>
          <a:xfrm>
            <a:off x="8617039" y="3364443"/>
            <a:ext cx="3239999" cy="139964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pic>
        <p:nvPicPr>
          <p:cNvPr id="8" name="Disclaimer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15468" y="6547288"/>
            <a:ext cx="6407451" cy="274344"/>
          </a:xfrm>
          <a:prstGeom prst="rect">
            <a:avLst/>
          </a:prstGeom>
        </p:spPr>
      </p:pic>
      <p:sp>
        <p:nvSpPr>
          <p:cNvPr id="3" name="Subtitle"/>
          <p:cNvSpPr>
            <a:spLocks noGrp="1"/>
          </p:cNvSpPr>
          <p:nvPr>
            <p:ph type="subTitle" idx="1" hasCustomPrompt="1"/>
          </p:nvPr>
        </p:nvSpPr>
        <p:spPr>
          <a:xfrm>
            <a:off x="334965" y="2420938"/>
            <a:ext cx="11522075" cy="900000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200">
                <a:solidFill>
                  <a:schemeClr val="bg2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 dirty="0"/>
              <a:t>Click to add subtitle/contacts/date</a:t>
            </a:r>
          </a:p>
        </p:txBody>
      </p:sp>
      <p:sp>
        <p:nvSpPr>
          <p:cNvPr id="2" name="Title"/>
          <p:cNvSpPr>
            <a:spLocks noGrp="1"/>
          </p:cNvSpPr>
          <p:nvPr>
            <p:ph type="ctrTitle" hasCustomPrompt="1"/>
          </p:nvPr>
        </p:nvSpPr>
        <p:spPr>
          <a:xfrm>
            <a:off x="334964" y="1268413"/>
            <a:ext cx="11522075" cy="900112"/>
          </a:xfrm>
        </p:spPr>
        <p:txBody>
          <a:bodyPr anchor="b"/>
          <a:lstStyle>
            <a:lvl1pPr algn="l">
              <a:spcBef>
                <a:spcPts val="0"/>
              </a:spcBef>
              <a:defRPr sz="260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401204606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429243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Last Page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" name="BainLogo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17037" y="4998212"/>
            <a:ext cx="3240000" cy="405000"/>
          </a:xfrm>
          <a:prstGeom prst="rect">
            <a:avLst/>
          </a:prstGeom>
        </p:spPr>
      </p:pic>
      <p:cxnSp>
        <p:nvCxnSpPr>
          <p:cNvPr id="39" name="SeparatorLine"/>
          <p:cNvCxnSpPr/>
          <p:nvPr userDrawn="1"/>
        </p:nvCxnSpPr>
        <p:spPr>
          <a:xfrm>
            <a:off x="0" y="5481638"/>
            <a:ext cx="11857037" cy="0"/>
          </a:xfrm>
          <a:prstGeom prst="line">
            <a:avLst/>
          </a:prstGeom>
          <a:ln w="19050" cap="flat">
            <a:solidFill>
              <a:schemeClr val="accent3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73235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453" userDrawn="1">
          <p15:clr>
            <a:srgbClr val="A4A3A4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34442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7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ags" Target="../tags/tag2.xml"/><Relationship Id="rId5" Type="http://schemas.openxmlformats.org/officeDocument/2006/relationships/theme" Target="../theme/theme1.xml"/><Relationship Id="rId10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2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think-cell data - do not delete" hidden="1">
            <a:extLst>
              <a:ext uri="{FF2B5EF4-FFF2-40B4-BE49-F238E27FC236}">
                <a16:creationId xmlns:a16="http://schemas.microsoft.com/office/drawing/2014/main" id="{9949F73F-40C4-459A-87F2-5B4A916D85A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6"/>
            </p:custDataLst>
            <p:extLst>
              <p:ext uri="{D42A27DB-BD31-4B8C-83A1-F6EECF244321}">
                <p14:modId xmlns:p14="http://schemas.microsoft.com/office/powerpoint/2010/main" val="2439456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606" imgH="608" progId="TCLayout.ActiveDocument.1">
                  <p:embed/>
                </p:oleObj>
              </mc:Choice>
              <mc:Fallback>
                <p:oleObj name="think-cell Slide" r:id="rId7" imgW="606" imgH="608" progId="TCLayout.ActiveDocument.1">
                  <p:embed/>
                  <p:pic>
                    <p:nvPicPr>
                      <p:cNvPr id="6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9949F73F-40C4-459A-87F2-5B4A916D85A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BtfpConfiguration" hidden="1"/>
          <p:cNvSpPr txBox="1"/>
          <p:nvPr userDrawn="1"/>
        </p:nvSpPr>
        <p:spPr bwMode="hidden">
          <a:xfrm>
            <a:off x="0" y="0"/>
            <a:ext cx="36000" cy="3600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marL="0" indent="0">
              <a:buNone/>
            </a:pPr>
            <a:r>
              <a:rPr lang="en-US" sz="100">
                <a:solidFill>
                  <a:schemeClr val="bg1">
                    <a:alpha val="0"/>
                  </a:schemeClr>
                </a:solidFill>
              </a:rPr>
              <a:t>&lt;BTFP&gt;&lt;!-- BTFPCONFIGURATION:3C627466703E0D0A20203C74656D706C6174652076657273696F6E3D22322E342E302220747970653D226272616E64656422207061676553697A653D227769646573637265656E22202F3E0D0A20203C4775696465733E0D0A202020203C4C656674477569646520786D6C6E733D22323622202F3E0D0A202020203C5269676874477569646520786D6C6E733D2239333422202F3E0D0A202020203C5570706572537469636B6572477569646520786D6C6E733D22363922202F3E0D0A202020203C4C6F776572537469636B6572477569646520786D6C6E733D2231303022202F3E0D0A202020203C426F74746F6D477569646520786D6C6E733D2235313722202F3E0D0A20203C2F4775696465733E0D0A3C2F627466703E --&gt;&lt;/BTFP&gt;</a:t>
            </a:r>
            <a:endParaRPr lang="en-US" sz="100" dirty="0">
              <a:solidFill>
                <a:schemeClr val="bg1">
                  <a:alpha val="0"/>
                </a:schemeClr>
              </a:solidFill>
            </a:endParaRPr>
          </a:p>
        </p:txBody>
      </p:sp>
      <p:sp>
        <p:nvSpPr>
          <p:cNvPr id="19" name="SlideNumber"/>
          <p:cNvSpPr/>
          <p:nvPr userDrawn="1"/>
        </p:nvSpPr>
        <p:spPr bwMode="gray">
          <a:xfrm>
            <a:off x="11715975" y="6649694"/>
            <a:ext cx="141064" cy="138499"/>
          </a:xfrm>
          <a:prstGeom prst="roundRect">
            <a:avLst>
              <a:gd name="adj" fmla="val 0"/>
            </a:avLst>
          </a:prstGeom>
          <a:solidFill>
            <a:schemeClr val="bg1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0">
            <a:spAutoFit/>
          </a:bodyPr>
          <a:lstStyle/>
          <a:p>
            <a:pPr marL="0" indent="0" algn="r" defTabSz="711200" rtl="0" eaLnBrk="1" latinLnBrk="0" hangingPunct="1">
              <a:spcBef>
                <a:spcPts val="1200"/>
              </a:spcBef>
              <a:buNone/>
            </a:pPr>
            <a:fld id="{BB69BBE8-4DB2-4642-B003-B220ACD5A2FD}" type="slidenum">
              <a:rPr lang="en-US" sz="900" b="0" baseline="0" smtClean="0">
                <a:solidFill>
                  <a:schemeClr val="bg2"/>
                </a:solidFill>
                <a:latin typeface="+mn-lt"/>
              </a:rPr>
              <a:pPr marL="0" indent="0" algn="r" defTabSz="711200" rtl="0" eaLnBrk="1" latinLnBrk="0" hangingPunct="1">
                <a:spcBef>
                  <a:spcPts val="1200"/>
                </a:spcBef>
                <a:buNone/>
              </a:pPr>
              <a:t>‹#›</a:t>
            </a:fld>
            <a:endParaRPr lang="en-US" sz="900" b="0" dirty="0">
              <a:solidFill>
                <a:schemeClr val="bg2"/>
              </a:solidFill>
              <a:latin typeface="+mn-lt"/>
            </a:endParaRPr>
          </a:p>
        </p:txBody>
      </p:sp>
      <p:pic>
        <p:nvPicPr>
          <p:cNvPr id="12" name="BainLogo"/>
          <p:cNvPicPr>
            <a:picLocks noChangeAspect="1"/>
          </p:cNvPicPr>
          <p:nvPr userDrawn="1"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60000" y="6654664"/>
            <a:ext cx="1152000" cy="144000"/>
          </a:xfrm>
          <a:prstGeom prst="rect">
            <a:avLst/>
          </a:prstGeom>
        </p:spPr>
      </p:pic>
      <p:sp>
        <p:nvSpPr>
          <p:cNvPr id="8" name="CreatedFooter"/>
          <p:cNvSpPr/>
          <p:nvPr userDrawn="1"/>
        </p:nvSpPr>
        <p:spPr>
          <a:xfrm>
            <a:off x="8263033" y="6642830"/>
            <a:ext cx="1368171" cy="165036"/>
          </a:xfrm>
          <a:prstGeom prst="rect">
            <a:avLst/>
          </a:prstGeom>
        </p:spPr>
        <p:txBody>
          <a:bodyPr wrap="square" lIns="36000" tIns="36000" rIns="36000" bIns="36000">
            <a:spAutoFit/>
          </a:bodyPr>
          <a:lstStyle/>
          <a:p>
            <a:pPr marL="0" indent="0" algn="ctr" defTabSz="711200" rtl="0" eaLnBrk="1" latinLnBrk="0" hangingPunct="1">
              <a:spcBef>
                <a:spcPts val="1200"/>
              </a:spcBef>
              <a:buNone/>
            </a:pPr>
            <a:r>
              <a:rPr lang="en-US" sz="600">
                <a:solidFill>
                  <a:srgbClr val="FFFFFF"/>
                </a:solidFill>
              </a:rPr>
              <a:t>Presentation1</a:t>
            </a:r>
            <a:endParaRPr lang="en-US" sz="600" dirty="0">
              <a:solidFill>
                <a:srgbClr val="FFFFFF"/>
              </a:solidFill>
            </a:endParaRPr>
          </a:p>
        </p:txBody>
      </p:sp>
      <p:sp>
        <p:nvSpPr>
          <p:cNvPr id="7" name="OfficeCode"/>
          <p:cNvSpPr/>
          <p:nvPr userDrawn="1"/>
        </p:nvSpPr>
        <p:spPr>
          <a:xfrm>
            <a:off x="7348519" y="6642830"/>
            <a:ext cx="288036" cy="165036"/>
          </a:xfrm>
          <a:prstGeom prst="rect">
            <a:avLst/>
          </a:prstGeom>
        </p:spPr>
        <p:txBody>
          <a:bodyPr wrap="square" lIns="36000" tIns="36000" rIns="36000" bIns="36000">
            <a:spAutoFit/>
          </a:bodyPr>
          <a:lstStyle/>
          <a:p>
            <a:pPr marL="0" indent="0" algn="ctr" defTabSz="711200" rtl="0" eaLnBrk="1" latinLnBrk="0" hangingPunct="1">
              <a:spcBef>
                <a:spcPts val="1200"/>
              </a:spcBef>
              <a:buNone/>
            </a:pPr>
            <a:r>
              <a:rPr lang="en-US" sz="600">
                <a:solidFill>
                  <a:srgbClr val="FFFFFF"/>
                </a:solidFill>
              </a:rPr>
              <a:t>DBS</a:t>
            </a:r>
            <a:endParaRPr lang="en-US" sz="600" dirty="0">
              <a:solidFill>
                <a:srgbClr val="FFFFFF"/>
              </a:solidFill>
            </a:endParaRPr>
          </a:p>
        </p:txBody>
      </p:sp>
      <p:pic>
        <p:nvPicPr>
          <p:cNvPr id="14" name="Disclaimer"/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316547" y="6641266"/>
            <a:ext cx="6407451" cy="176799"/>
          </a:xfrm>
          <a:prstGeom prst="rect">
            <a:avLst/>
          </a:prstGeom>
        </p:spPr>
      </p:pic>
      <p:cxnSp>
        <p:nvCxnSpPr>
          <p:cNvPr id="20" name="FooterSeparatorLine"/>
          <p:cNvCxnSpPr/>
          <p:nvPr userDrawn="1"/>
        </p:nvCxnSpPr>
        <p:spPr>
          <a:xfrm>
            <a:off x="0" y="6598800"/>
            <a:ext cx="11857037" cy="0"/>
          </a:xfrm>
          <a:prstGeom prst="line">
            <a:avLst/>
          </a:prstGeom>
          <a:ln w="9525" cap="flat">
            <a:solidFill>
              <a:schemeClr val="accent1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 Placeholder"/>
          <p:cNvSpPr>
            <a:spLocks noGrp="1"/>
          </p:cNvSpPr>
          <p:nvPr>
            <p:ph type="body" idx="1"/>
          </p:nvPr>
        </p:nvSpPr>
        <p:spPr>
          <a:xfrm>
            <a:off x="334435" y="1268413"/>
            <a:ext cx="11522603" cy="5292725"/>
          </a:xfrm>
          <a:prstGeom prst="rect">
            <a:avLst/>
          </a:prstGeom>
        </p:spPr>
        <p:txBody>
          <a:bodyPr vert="horz" lIns="36000" tIns="36000" rIns="36000" bIns="3600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cxnSp>
        <p:nvCxnSpPr>
          <p:cNvPr id="23" name="TitleSeparatorLine"/>
          <p:cNvCxnSpPr/>
          <p:nvPr userDrawn="1"/>
        </p:nvCxnSpPr>
        <p:spPr>
          <a:xfrm>
            <a:off x="0" y="873125"/>
            <a:ext cx="11857037" cy="0"/>
          </a:xfrm>
          <a:prstGeom prst="line">
            <a:avLst/>
          </a:prstGeom>
          <a:ln w="19050" cap="flat">
            <a:solidFill>
              <a:schemeClr val="accent3"/>
            </a:solidFill>
            <a:miter lim="800000"/>
            <a:tailEnd type="none" w="med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Title"/>
          <p:cNvSpPr>
            <a:spLocks noGrp="1"/>
          </p:cNvSpPr>
          <p:nvPr>
            <p:ph type="title"/>
          </p:nvPr>
        </p:nvSpPr>
        <p:spPr>
          <a:xfrm>
            <a:off x="334963" y="1"/>
            <a:ext cx="11522075" cy="876687"/>
          </a:xfrm>
          <a:prstGeom prst="rect">
            <a:avLst/>
          </a:prstGeom>
        </p:spPr>
        <p:txBody>
          <a:bodyPr vert="horz" lIns="36000" tIns="36000" rIns="36000" bIns="72000" rtlCol="0" anchor="b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97952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4" r:id="rId2"/>
    <p:sldLayoutId id="2147483663" r:id="rId3"/>
    <p:sldLayoutId id="2147483655" r:id="rId4"/>
  </p:sldLayoutIdLst>
  <p:txStyles>
    <p:titleStyle>
      <a:lvl1pPr algn="l" defTabSz="711200" rtl="0" eaLnBrk="1" latinLnBrk="0" hangingPunct="1">
        <a:lnSpc>
          <a:spcPct val="100000"/>
        </a:lnSpc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0975" indent="-180975" algn="l" defTabSz="914354" rtl="0" eaLnBrk="1" latinLnBrk="0" hangingPunct="1">
        <a:lnSpc>
          <a:spcPct val="100000"/>
        </a:lnSpc>
        <a:spcBef>
          <a:spcPts val="12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61950" indent="-180975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4988" indent="-173038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5963" indent="-180975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98525" indent="-182563" algn="l" defTabSz="914354" rtl="0" eaLnBrk="1" latinLnBrk="0" hangingPunct="1">
        <a:lnSpc>
          <a:spcPct val="100000"/>
        </a:lnSpc>
        <a:spcBef>
          <a:spcPts val="600"/>
        </a:spcBef>
        <a:buFont typeface="Arial" panose="020B0604020202020204" pitchFamily="34" charset="0"/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177800" indent="-177800" algn="l" defTabSz="711200" rtl="0" eaLnBrk="1" latinLnBrk="0" hangingPunct="1">
        <a:spcBef>
          <a:spcPts val="1200"/>
        </a:spcBef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355600" indent="-177800" algn="l" defTabSz="711200" rtl="0" eaLnBrk="1" latinLnBrk="0" hangingPunct="1">
        <a:spcBef>
          <a:spcPts val="600"/>
        </a:spcBef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533400" indent="-177800" algn="l" defTabSz="711200" rtl="0" eaLnBrk="1" latinLnBrk="0" hangingPunct="1">
        <a:spcBef>
          <a:spcPts val="600"/>
        </a:spcBef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711200" indent="-177800" algn="l" defTabSz="711200" rtl="0" eaLnBrk="1" latinLnBrk="0" hangingPunct="1">
        <a:spcBef>
          <a:spcPts val="600"/>
        </a:spcBef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889000" indent="-177800" algn="l" defTabSz="711200" rtl="0" eaLnBrk="1" latinLnBrk="0" hangingPunct="1">
        <a:spcBef>
          <a:spcPts val="600"/>
        </a:spcBef>
        <a:buChar char="&gt;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0668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12446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14224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1600200" algn="l" defTabSz="711200" rtl="0" eaLnBrk="1" latinLnBrk="0" hangingPunct="1"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550" userDrawn="1">
          <p15:clr>
            <a:srgbClr val="D1D1D1"/>
          </p15:clr>
        </p15:guide>
        <p15:guide id="4" orient="horz" pos="799" userDrawn="1">
          <p15:clr>
            <a:srgbClr val="D1D1D1"/>
          </p15:clr>
        </p15:guide>
        <p15:guide id="7" orient="horz" pos="4133" userDrawn="1">
          <p15:clr>
            <a:srgbClr val="D1D1D1"/>
          </p15:clr>
        </p15:guide>
        <p15:guide id="8" pos="208" userDrawn="1">
          <p15:clr>
            <a:srgbClr val="CCCCCC"/>
          </p15:clr>
        </p15:guide>
        <p15:guide id="9" pos="7472" userDrawn="1">
          <p15:clr>
            <a:srgbClr val="CCCCCC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3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8.emf"/><Relationship Id="rId2" Type="http://schemas.openxmlformats.org/officeDocument/2006/relationships/tags" Target="../tags/tag5.xml"/><Relationship Id="rId1" Type="http://schemas.openxmlformats.org/officeDocument/2006/relationships/tags" Target="../tags/tag4.xml"/><Relationship Id="rId6" Type="http://schemas.openxmlformats.org/officeDocument/2006/relationships/image" Target="../media/image7.emf"/><Relationship Id="rId5" Type="http://schemas.openxmlformats.org/officeDocument/2006/relationships/image" Target="../media/image6.emf"/><Relationship Id="rId10" Type="http://schemas.openxmlformats.org/officeDocument/2006/relationships/image" Target="../media/image11.emf"/><Relationship Id="rId4" Type="http://schemas.openxmlformats.org/officeDocument/2006/relationships/image" Target="../media/image5.emf"/><Relationship Id="rId9" Type="http://schemas.openxmlformats.org/officeDocument/2006/relationships/image" Target="../media/image10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3.jpeg"/><Relationship Id="rId2" Type="http://schemas.openxmlformats.org/officeDocument/2006/relationships/tags" Target="../tags/tag7.xml"/><Relationship Id="rId1" Type="http://schemas.openxmlformats.org/officeDocument/2006/relationships/tags" Target="../tags/tag6.xml"/><Relationship Id="rId6" Type="http://schemas.openxmlformats.org/officeDocument/2006/relationships/image" Target="../media/image12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.bin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2.pn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image" Target="../media/image14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3.bin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12.png"/><Relationship Id="rId2" Type="http://schemas.openxmlformats.org/officeDocument/2006/relationships/tags" Target="../tags/tag11.xml"/><Relationship Id="rId1" Type="http://schemas.openxmlformats.org/officeDocument/2006/relationships/tags" Target="../tags/tag10.xml"/><Relationship Id="rId6" Type="http://schemas.openxmlformats.org/officeDocument/2006/relationships/image" Target="../media/image15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4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btfpColumnIndicatorGroup2">
            <a:extLst>
              <a:ext uri="{FF2B5EF4-FFF2-40B4-BE49-F238E27FC236}">
                <a16:creationId xmlns:a16="http://schemas.microsoft.com/office/drawing/2014/main" id="{7F72E0FC-ABE2-3DDC-CC45-B644027881C8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0" name="btfpColumnGapBlocker753177">
              <a:extLst>
                <a:ext uri="{FF2B5EF4-FFF2-40B4-BE49-F238E27FC236}">
                  <a16:creationId xmlns:a16="http://schemas.microsoft.com/office/drawing/2014/main" id="{4CE72651-C761-34E2-8659-D5D7CE01288F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8" name="btfpColumnGapBlocker673313">
              <a:extLst>
                <a:ext uri="{FF2B5EF4-FFF2-40B4-BE49-F238E27FC236}">
                  <a16:creationId xmlns:a16="http://schemas.microsoft.com/office/drawing/2014/main" id="{22069FAB-4691-4229-79E6-F2C745E69B76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6" name="btfpColumnIndicator833272">
              <a:extLst>
                <a:ext uri="{FF2B5EF4-FFF2-40B4-BE49-F238E27FC236}">
                  <a16:creationId xmlns:a16="http://schemas.microsoft.com/office/drawing/2014/main" id="{A0AB05EE-77BE-C347-FCE7-96D7BA7FCA9A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btfpColumnIndicator192510">
              <a:extLst>
                <a:ext uri="{FF2B5EF4-FFF2-40B4-BE49-F238E27FC236}">
                  <a16:creationId xmlns:a16="http://schemas.microsoft.com/office/drawing/2014/main" id="{1D4A0B4B-2178-4C13-AA01-C2461F5B446E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btfpColumnIndicatorGroup1">
            <a:extLst>
              <a:ext uri="{FF2B5EF4-FFF2-40B4-BE49-F238E27FC236}">
                <a16:creationId xmlns:a16="http://schemas.microsoft.com/office/drawing/2014/main" id="{E63D20BD-3965-715A-07AE-A7BF364F8F3E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9" name="btfpColumnGapBlocker727132">
              <a:extLst>
                <a:ext uri="{FF2B5EF4-FFF2-40B4-BE49-F238E27FC236}">
                  <a16:creationId xmlns:a16="http://schemas.microsoft.com/office/drawing/2014/main" id="{2E7A2E45-C3B0-A47D-A0C9-7457FC1F8176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7" name="btfpColumnGapBlocker524538">
              <a:extLst>
                <a:ext uri="{FF2B5EF4-FFF2-40B4-BE49-F238E27FC236}">
                  <a16:creationId xmlns:a16="http://schemas.microsoft.com/office/drawing/2014/main" id="{ED167B8E-25C6-6742-E5A6-0EB0BFC4E9A0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5" name="btfpColumnIndicator798167">
              <a:extLst>
                <a:ext uri="{FF2B5EF4-FFF2-40B4-BE49-F238E27FC236}">
                  <a16:creationId xmlns:a16="http://schemas.microsoft.com/office/drawing/2014/main" id="{71DF864F-C918-76AE-DA52-1834D12E87C6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btfpColumnIndicator390934">
              <a:extLst>
                <a:ext uri="{FF2B5EF4-FFF2-40B4-BE49-F238E27FC236}">
                  <a16:creationId xmlns:a16="http://schemas.microsoft.com/office/drawing/2014/main" id="{4716D50A-10F9-60AA-51CC-E7B234BE17DB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C0212D1F-4F6C-EF1A-7DEC-52EC60AACB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DBADB07-BFE5-A258-71A9-1F0D9A31199D}"/>
              </a:ext>
            </a:extLst>
          </p:cNvPr>
          <p:cNvSpPr/>
          <p:nvPr/>
        </p:nvSpPr>
        <p:spPr bwMode="gray">
          <a:xfrm>
            <a:off x="330200" y="1114425"/>
            <a:ext cx="11861799" cy="4010025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chemeClr val="tx1"/>
                </a:solidFill>
              </a:rPr>
              <a:t>We have developed an in house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Table </a:t>
            </a:r>
            <a:r>
              <a:rPr lang="en-US">
                <a:solidFill>
                  <a:schemeClr val="tx1"/>
                </a:solidFill>
              </a:rPr>
              <a:t>of content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Highly accurate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Answer methods across various methods in the market (ADI, Mistral) or in Labs (Contract Analyzer, Vision), python in built (</a:t>
            </a:r>
            <a:r>
              <a:rPr lang="en-US" dirty="0" err="1">
                <a:solidFill>
                  <a:schemeClr val="tx1"/>
                </a:solidFill>
              </a:rPr>
              <a:t>pymupdf</a:t>
            </a:r>
            <a:r>
              <a:rPr lang="en-US" dirty="0">
                <a:solidFill>
                  <a:schemeClr val="tx1"/>
                </a:solidFill>
              </a:rPr>
              <a:t> and pdf miner)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Modular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For specific image we have agents/specific for those things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A library of prompt for specific images, charts, tables, flowcharts, storybooks, blue prints,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For text only pages – using only in-built libraries</a:t>
            </a:r>
          </a:p>
          <a:p>
            <a:pPr lvl="2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1"/>
                </a:solidFill>
              </a:rPr>
              <a:t>Here we should note down once the above is built that how much time it takes to read a earnings call</a:t>
            </a:r>
          </a:p>
          <a:p>
            <a:pPr lvl="1">
              <a:buFont typeface="Arial" panose="020B0604020202020204" pitchFamily="34" charset="0"/>
              <a:buChar char="•"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For extracting text from PDF</a:t>
            </a:r>
          </a:p>
        </p:txBody>
      </p:sp>
    </p:spTree>
    <p:custDataLst>
      <p:tags r:id="rId1"/>
    </p:custDataLst>
    <p:extLst>
      <p:ext uri="{BB962C8B-B14F-4D97-AF65-F5344CB8AC3E}">
        <p14:creationId xmlns:p14="http://schemas.microsoft.com/office/powerpoint/2010/main" val="14230289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btfpColumnIndicatorGroup2">
            <a:extLst>
              <a:ext uri="{FF2B5EF4-FFF2-40B4-BE49-F238E27FC236}">
                <a16:creationId xmlns:a16="http://schemas.microsoft.com/office/drawing/2014/main" id="{D7370B0F-9BD9-8CE5-1E1E-63DFD3780A6A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0" name="btfpColumnGapBlocker776461">
              <a:extLst>
                <a:ext uri="{FF2B5EF4-FFF2-40B4-BE49-F238E27FC236}">
                  <a16:creationId xmlns:a16="http://schemas.microsoft.com/office/drawing/2014/main" id="{374DA0A4-BA4B-1FDD-6BDE-C52504FC4598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8" name="btfpColumnGapBlocker507639">
              <a:extLst>
                <a:ext uri="{FF2B5EF4-FFF2-40B4-BE49-F238E27FC236}">
                  <a16:creationId xmlns:a16="http://schemas.microsoft.com/office/drawing/2014/main" id="{E65FBAFC-E5E3-564B-1DDC-18360B512791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6" name="btfpColumnIndicator260140">
              <a:extLst>
                <a:ext uri="{FF2B5EF4-FFF2-40B4-BE49-F238E27FC236}">
                  <a16:creationId xmlns:a16="http://schemas.microsoft.com/office/drawing/2014/main" id="{4B141794-3BAF-0420-8BD6-48376E9EB161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btfpColumnIndicator278873">
              <a:extLst>
                <a:ext uri="{FF2B5EF4-FFF2-40B4-BE49-F238E27FC236}">
                  <a16:creationId xmlns:a16="http://schemas.microsoft.com/office/drawing/2014/main" id="{9E45BF4E-1977-9177-A131-DF730483A66B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btfpColumnIndicatorGroup1">
            <a:extLst>
              <a:ext uri="{FF2B5EF4-FFF2-40B4-BE49-F238E27FC236}">
                <a16:creationId xmlns:a16="http://schemas.microsoft.com/office/drawing/2014/main" id="{6785212E-D76E-4F1A-DB7A-7940222821F3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9" name="btfpColumnGapBlocker445804">
              <a:extLst>
                <a:ext uri="{FF2B5EF4-FFF2-40B4-BE49-F238E27FC236}">
                  <a16:creationId xmlns:a16="http://schemas.microsoft.com/office/drawing/2014/main" id="{AC351AE1-909F-0FDC-AFB1-233B4B281C0B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7" name="btfpColumnGapBlocker900495">
              <a:extLst>
                <a:ext uri="{FF2B5EF4-FFF2-40B4-BE49-F238E27FC236}">
                  <a16:creationId xmlns:a16="http://schemas.microsoft.com/office/drawing/2014/main" id="{FB318891-752C-60C6-1E68-E806A5ED71A4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5" name="btfpColumnIndicator447202">
              <a:extLst>
                <a:ext uri="{FF2B5EF4-FFF2-40B4-BE49-F238E27FC236}">
                  <a16:creationId xmlns:a16="http://schemas.microsoft.com/office/drawing/2014/main" id="{AAB8E1AC-9F0D-42B0-3F61-312770F5E340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btfpColumnIndicator195974">
              <a:extLst>
                <a:ext uri="{FF2B5EF4-FFF2-40B4-BE49-F238E27FC236}">
                  <a16:creationId xmlns:a16="http://schemas.microsoft.com/office/drawing/2014/main" id="{43F01936-8A65-3AEC-769C-4DC5892454E8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C434E78-ADF3-C2A1-2389-9B6784214F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  <p:graphicFrame>
        <p:nvGraphicFramePr>
          <p:cNvPr id="13" name="btfpTable751453">
            <a:extLst>
              <a:ext uri="{FF2B5EF4-FFF2-40B4-BE49-F238E27FC236}">
                <a16:creationId xmlns:a16="http://schemas.microsoft.com/office/drawing/2014/main" id="{785CD4C5-7B85-901F-3957-E6677F7EDCE0}"/>
              </a:ext>
            </a:extLst>
          </p:cNvPr>
          <p:cNvGraphicFramePr>
            <a:graphicFrameLocks noGrp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158478397"/>
              </p:ext>
            </p:extLst>
          </p:nvPr>
        </p:nvGraphicFramePr>
        <p:xfrm>
          <a:off x="330201" y="1270000"/>
          <a:ext cx="11531597" cy="5263660"/>
        </p:xfrm>
        <a:graphic>
          <a:graphicData uri="http://schemas.openxmlformats.org/drawingml/2006/table">
            <a:tbl>
              <a:tblPr firstRow="1" firstCol="1">
                <a:tableStyleId>{9D7B26C5-4107-4FEC-AEDC-1716B250A1EF}</a:tableStyleId>
              </a:tblPr>
              <a:tblGrid>
                <a:gridCol w="1647371">
                  <a:extLst>
                    <a:ext uri="{9D8B030D-6E8A-4147-A177-3AD203B41FA5}">
                      <a16:colId xmlns:a16="http://schemas.microsoft.com/office/drawing/2014/main" val="1596688755"/>
                    </a:ext>
                  </a:extLst>
                </a:gridCol>
                <a:gridCol w="1782665">
                  <a:extLst>
                    <a:ext uri="{9D8B030D-6E8A-4147-A177-3AD203B41FA5}">
                      <a16:colId xmlns:a16="http://schemas.microsoft.com/office/drawing/2014/main" val="1238633454"/>
                    </a:ext>
                  </a:extLst>
                </a:gridCol>
                <a:gridCol w="1512077">
                  <a:extLst>
                    <a:ext uri="{9D8B030D-6E8A-4147-A177-3AD203B41FA5}">
                      <a16:colId xmlns:a16="http://schemas.microsoft.com/office/drawing/2014/main" val="3569219783"/>
                    </a:ext>
                  </a:extLst>
                </a:gridCol>
                <a:gridCol w="1846942">
                  <a:extLst>
                    <a:ext uri="{9D8B030D-6E8A-4147-A177-3AD203B41FA5}">
                      <a16:colId xmlns:a16="http://schemas.microsoft.com/office/drawing/2014/main" val="1524706278"/>
                    </a:ext>
                  </a:extLst>
                </a:gridCol>
                <a:gridCol w="1447800">
                  <a:extLst>
                    <a:ext uri="{9D8B030D-6E8A-4147-A177-3AD203B41FA5}">
                      <a16:colId xmlns:a16="http://schemas.microsoft.com/office/drawing/2014/main" val="3420041100"/>
                    </a:ext>
                  </a:extLst>
                </a:gridCol>
                <a:gridCol w="1647371">
                  <a:extLst>
                    <a:ext uri="{9D8B030D-6E8A-4147-A177-3AD203B41FA5}">
                      <a16:colId xmlns:a16="http://schemas.microsoft.com/office/drawing/2014/main" val="3906375168"/>
                    </a:ext>
                  </a:extLst>
                </a:gridCol>
                <a:gridCol w="1647371">
                  <a:extLst>
                    <a:ext uri="{9D8B030D-6E8A-4147-A177-3AD203B41FA5}">
                      <a16:colId xmlns:a16="http://schemas.microsoft.com/office/drawing/2014/main" val="3711903616"/>
                    </a:ext>
                  </a:extLst>
                </a:gridCol>
              </a:tblGrid>
              <a:tr h="576460">
                <a:tc>
                  <a:txBody>
                    <a:bodyPr/>
                    <a:lstStyle/>
                    <a:p>
                      <a:pPr marL="0" indent="0" algn="ctr" rtl="0">
                        <a:spcBef>
                          <a:spcPct val="0"/>
                        </a:spcBef>
                        <a:buFontTx/>
                        <a:buNone/>
                      </a:pPr>
                      <a:endParaRPr lang="en-US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b"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gridSpan="2">
                  <a:txBody>
                    <a:bodyPr/>
                    <a:lstStyle/>
                    <a:p>
                      <a:pPr marL="0" indent="0" algn="ctr" rtl="0">
                        <a:spcBef>
                          <a:spcPct val="0"/>
                        </a:spcBef>
                        <a:buFontTx/>
                        <a:buNone/>
                      </a:pPr>
                      <a:r>
                        <a:rPr lang="en-US" dirty="0">
                          <a:latin typeface="+mn-lt"/>
                          <a:ea typeface="+mn-ea"/>
                          <a:cs typeface="+mn-cs"/>
                        </a:rPr>
                        <a:t>Python Libraries</a:t>
                      </a:r>
                    </a:p>
                  </a:txBody>
                  <a:tcPr anchor="b"/>
                </a:tc>
                <a:tc hMerge="1">
                  <a:txBody>
                    <a:bodyPr/>
                    <a:lstStyle/>
                    <a:p>
                      <a:pPr marL="0" indent="0" rtl="0">
                        <a:spcBef>
                          <a:spcPct val="0"/>
                        </a:spcBef>
                        <a:buFontTx/>
                        <a:buNone/>
                      </a:pPr>
                      <a:endParaRPr lang="en-US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marL="0" indent="0" algn="ctr" rtl="0">
                        <a:spcBef>
                          <a:spcPct val="0"/>
                        </a:spcBef>
                        <a:buFontTx/>
                        <a:buNone/>
                      </a:pPr>
                      <a:endParaRPr lang="en-US"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marL="0" indent="0" algn="ctr" rtl="0">
                        <a:spcBef>
                          <a:spcPct val="0"/>
                        </a:spcBef>
                        <a:buFontTx/>
                        <a:buNone/>
                      </a:pPr>
                      <a:endParaRPr lang="en-US"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marL="0" indent="0" algn="ctr" rtl="0">
                        <a:spcBef>
                          <a:spcPct val="0"/>
                        </a:spcBef>
                        <a:buFontTx/>
                        <a:buNone/>
                      </a:pPr>
                      <a:endParaRPr lang="en-US"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b"/>
                </a:tc>
                <a:tc>
                  <a:txBody>
                    <a:bodyPr/>
                    <a:lstStyle/>
                    <a:p>
                      <a:pPr marL="0" indent="0" algn="ctr" rtl="0">
                        <a:spcBef>
                          <a:spcPct val="0"/>
                        </a:spcBef>
                        <a:buFontTx/>
                        <a:buNone/>
                      </a:pPr>
                      <a:endParaRPr lang="en-US"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b"/>
                </a:tc>
                <a:extLst>
                  <a:ext uri="{0D108BD9-81ED-4DB2-BD59-A6C34878D82A}">
                    <a16:rowId xmlns:a16="http://schemas.microsoft.com/office/drawing/2014/main" val="2941975790"/>
                  </a:ext>
                </a:extLst>
              </a:tr>
              <a:tr h="333740">
                <a:tc>
                  <a:txBody>
                    <a:bodyPr/>
                    <a:lstStyle/>
                    <a:p>
                      <a:pPr marL="0" indent="0" algn="ctr" rtl="0">
                        <a:spcBef>
                          <a:spcPct val="0"/>
                        </a:spcBef>
                        <a:buFontTx/>
                        <a:buNone/>
                      </a:pPr>
                      <a:endParaRPr lang="en-US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b">
                    <a:lnT w="19050" cmpd="sng">
                      <a:noFill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rtl="0">
                        <a:spcBef>
                          <a:spcPct val="0"/>
                        </a:spcBef>
                        <a:buFontTx/>
                        <a:buNone/>
                      </a:pPr>
                      <a:r>
                        <a:rPr lang="en-US" b="1" dirty="0" err="1">
                          <a:latin typeface="+mn-lt"/>
                          <a:ea typeface="+mn-ea"/>
                          <a:cs typeface="+mn-cs"/>
                        </a:rPr>
                        <a:t>PyMuPDF</a:t>
                      </a:r>
                      <a:endParaRPr lang="en-US" b="1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b"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rtl="0">
                        <a:spcBef>
                          <a:spcPct val="0"/>
                        </a:spcBef>
                        <a:buFontTx/>
                        <a:buNone/>
                      </a:pPr>
                      <a:r>
                        <a:rPr lang="en-US" b="1" dirty="0" err="1">
                          <a:latin typeface="+mn-lt"/>
                          <a:ea typeface="+mn-ea"/>
                          <a:cs typeface="+mn-cs"/>
                        </a:rPr>
                        <a:t>PDFMiner</a:t>
                      </a:r>
                      <a:endParaRPr lang="en-US" b="1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b"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rtl="0">
                        <a:spcBef>
                          <a:spcPct val="0"/>
                        </a:spcBef>
                        <a:buFontTx/>
                        <a:buNone/>
                      </a:pPr>
                      <a:r>
                        <a:rPr lang="en-US" b="1" dirty="0">
                          <a:latin typeface="+mn-lt"/>
                          <a:ea typeface="+mn-ea"/>
                          <a:cs typeface="+mn-cs"/>
                        </a:rPr>
                        <a:t>Azure Document Intelligence</a:t>
                      </a:r>
                    </a:p>
                  </a:txBody>
                  <a:tcPr anchor="b"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rtl="0">
                        <a:spcBef>
                          <a:spcPct val="0"/>
                        </a:spcBef>
                        <a:buFontTx/>
                        <a:buNone/>
                      </a:pPr>
                      <a:r>
                        <a:rPr lang="en-US" b="1" dirty="0">
                          <a:latin typeface="+mn-lt"/>
                          <a:ea typeface="+mn-ea"/>
                          <a:cs typeface="+mn-cs"/>
                        </a:rPr>
                        <a:t>Mistral AI</a:t>
                      </a:r>
                    </a:p>
                  </a:txBody>
                  <a:tcPr anchor="b"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rtl="0">
                        <a:spcBef>
                          <a:spcPct val="0"/>
                        </a:spcBef>
                        <a:buFontTx/>
                        <a:buNone/>
                      </a:pPr>
                      <a:r>
                        <a:rPr lang="en-US" b="1" dirty="0">
                          <a:latin typeface="+mn-lt"/>
                          <a:ea typeface="+mn-ea"/>
                          <a:cs typeface="+mn-cs"/>
                        </a:rPr>
                        <a:t>Vision Model</a:t>
                      </a:r>
                    </a:p>
                  </a:txBody>
                  <a:tcPr anchor="b"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rtl="0">
                        <a:spcBef>
                          <a:spcPct val="0"/>
                        </a:spcBef>
                        <a:buFontTx/>
                        <a:buNone/>
                      </a:pPr>
                      <a:r>
                        <a:rPr lang="en-US" b="1" dirty="0">
                          <a:latin typeface="+mn-lt"/>
                          <a:ea typeface="+mn-ea"/>
                          <a:cs typeface="+mn-cs"/>
                        </a:rPr>
                        <a:t>Labs Approach</a:t>
                      </a:r>
                    </a:p>
                  </a:txBody>
                  <a:tcPr anchor="b"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73385035"/>
                  </a:ext>
                </a:extLst>
              </a:tr>
              <a:tr h="684680">
                <a:tc>
                  <a:txBody>
                    <a:bodyPr/>
                    <a:lstStyle/>
                    <a:p>
                      <a:pPr marL="0" marR="0" lvl="0" indent="0" algn="ctr" defTabSz="711200" rtl="0" eaLnBrk="1" fontAlgn="auto" latinLnBrk="0" hangingPunct="1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Scanned</a:t>
                      </a:r>
                    </a:p>
                  </a:txBody>
                  <a:tcPr anchor="ctr"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4"/>
                        </a:buBlip>
                      </a:pPr>
                      <a:r>
                        <a:rPr lang="en-US" sz="2000" baseline="0" dirty="0"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4"/>
                        </a:buBlip>
                      </a:pPr>
                      <a:r>
                        <a:rPr lang="en-US" sz="2000" baseline="0" dirty="0"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5"/>
                        </a:buBlip>
                      </a:pPr>
                      <a:endParaRPr lang="en-US" sz="2000" baseline="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6"/>
                        </a:buBlip>
                      </a:pPr>
                      <a:r>
                        <a:rPr lang="en-US" sz="2000" baseline="0" dirty="0"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5"/>
                        </a:buBlip>
                      </a:pPr>
                      <a:endParaRPr lang="en-US" sz="2000" baseline="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6"/>
                        </a:buBlip>
                      </a:pPr>
                      <a:r>
                        <a:rPr lang="en-US" sz="2000" baseline="0" dirty="0"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228048603"/>
                  </a:ext>
                </a:extLst>
              </a:tr>
              <a:tr h="684680">
                <a:tc>
                  <a:txBody>
                    <a:bodyPr/>
                    <a:lstStyle/>
                    <a:p>
                      <a:pPr marL="0" marR="0" lvl="0" indent="0" algn="ctr" defTabSz="711200" rtl="0" eaLnBrk="1" fontAlgn="auto" latinLnBrk="0" hangingPunct="1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Research Paper</a:t>
                      </a:r>
                    </a:p>
                  </a:txBody>
                  <a:tcPr anchor="ctr">
                    <a:lnB w="12700" cap="flat" cmpd="sng" algn="ctr">
                      <a:solidFill>
                        <a:srgbClr val="B4B4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4"/>
                        </a:buBlip>
                      </a:pPr>
                      <a:r>
                        <a:rPr lang="en-US" sz="2000" baseline="0" dirty="0"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>
                    <a:lnB w="12700" cap="flat" cmpd="sng" algn="ctr">
                      <a:solidFill>
                        <a:srgbClr val="B4B4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4"/>
                        </a:buBlip>
                      </a:pPr>
                      <a:r>
                        <a:rPr lang="en-US" sz="2000" baseline="0" dirty="0"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>
                    <a:lnB w="12700" cap="flat" cmpd="sng" algn="ctr">
                      <a:solidFill>
                        <a:srgbClr val="B4B4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7"/>
                        </a:buBlip>
                      </a:pPr>
                      <a:endParaRPr lang="en-US" sz="2000" baseline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B w="12700" cap="flat" cmpd="sng" algn="ctr">
                      <a:solidFill>
                        <a:srgbClr val="B4B4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6"/>
                        </a:buBlip>
                      </a:pPr>
                      <a:r>
                        <a:rPr lang="en-US" sz="2000" baseline="0" dirty="0"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>
                    <a:lnB w="12700" cap="flat" cmpd="sng" algn="ctr">
                      <a:solidFill>
                        <a:srgbClr val="B4B4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6"/>
                        </a:buBlip>
                      </a:pPr>
                      <a:r>
                        <a:rPr lang="en-US" sz="2000" baseline="0" dirty="0"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>
                    <a:lnB w="12700" cap="flat" cmpd="sng" algn="ctr">
                      <a:solidFill>
                        <a:srgbClr val="B4B4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6"/>
                        </a:buBlip>
                      </a:pPr>
                      <a:r>
                        <a:rPr lang="en-US" sz="2000" baseline="0" dirty="0"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>
                    <a:lnB w="12700" cap="flat" cmpd="sng" algn="ctr">
                      <a:solidFill>
                        <a:srgbClr val="B4B4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761480996"/>
                  </a:ext>
                </a:extLst>
              </a:tr>
              <a:tr h="684680">
                <a:tc>
                  <a:txBody>
                    <a:bodyPr/>
                    <a:lstStyle/>
                    <a:p>
                      <a:pPr marL="0" marR="0" lvl="0" indent="0" algn="ctr" defTabSz="711200" rtl="0" eaLnBrk="1" fontAlgn="auto" latinLnBrk="0" hangingPunct="1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Form</a:t>
                      </a: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B4B4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4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4"/>
                        </a:buBlip>
                      </a:pPr>
                      <a:r>
                        <a:rPr lang="en-US" sz="2000" baseline="0" dirty="0"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B4B4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4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4"/>
                        </a:buBlip>
                      </a:pPr>
                      <a:r>
                        <a:rPr lang="en-US" sz="2000" baseline="0" dirty="0"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B4B4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4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8"/>
                        </a:buBlip>
                      </a:pPr>
                      <a:endParaRPr lang="en-US" sz="2000" baseline="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B4B4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4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6"/>
                        </a:buBlip>
                      </a:pPr>
                      <a:r>
                        <a:rPr lang="en-US" sz="2000" baseline="0" dirty="0"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B4B4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4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8"/>
                        </a:buBlip>
                      </a:pPr>
                      <a:endParaRPr lang="en-US" sz="2000" baseline="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rgbClr val="B4B4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4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6"/>
                        </a:buBlip>
                      </a:pPr>
                      <a:r>
                        <a:rPr lang="en-US" sz="2000" baseline="0" dirty="0"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B4B4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B4B4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71727147"/>
                  </a:ext>
                </a:extLst>
              </a:tr>
              <a:tr h="684680">
                <a:tc>
                  <a:txBody>
                    <a:bodyPr/>
                    <a:lstStyle/>
                    <a:p>
                      <a:pPr marL="0" marR="0" lvl="0" indent="0" algn="ctr" defTabSz="711200" rtl="0" eaLnBrk="1" fontAlgn="auto" latinLnBrk="0" hangingPunct="1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PPT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4B4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4"/>
                        </a:buBlip>
                      </a:pPr>
                      <a:r>
                        <a:rPr lang="en-US" sz="2000" baseline="0" dirty="0"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4B4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4"/>
                        </a:buBlip>
                      </a:pPr>
                      <a:r>
                        <a:rPr lang="en-US" sz="2000" baseline="0" dirty="0"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4B4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9"/>
                        </a:buBlip>
                      </a:pPr>
                      <a:endParaRPr lang="en-US" sz="2000" baseline="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B4B4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6"/>
                        </a:buBlip>
                      </a:pPr>
                      <a:r>
                        <a:rPr lang="en-US" sz="2000" baseline="0" dirty="0"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4B4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9"/>
                        </a:buBlip>
                      </a:pPr>
                      <a:endParaRPr lang="en-US" sz="2000" baseline="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T w="12700" cap="flat" cmpd="sng" algn="ctr">
                      <a:solidFill>
                        <a:srgbClr val="B4B4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6"/>
                        </a:buBlip>
                      </a:pPr>
                      <a:r>
                        <a:rPr lang="en-US" sz="2000" baseline="0" dirty="0"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>
                    <a:lnT w="12700" cap="flat" cmpd="sng" algn="ctr">
                      <a:solidFill>
                        <a:srgbClr val="B4B4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789852670"/>
                  </a:ext>
                </a:extLst>
              </a:tr>
              <a:tr h="684680">
                <a:tc>
                  <a:txBody>
                    <a:bodyPr/>
                    <a:lstStyle/>
                    <a:p>
                      <a:pPr marL="0" marR="0" lvl="0" indent="0" algn="ctr" defTabSz="711200" rtl="0" eaLnBrk="1" fontAlgn="auto" latinLnBrk="0" hangingPunct="1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Multi-Column PDFs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4"/>
                        </a:buBlip>
                      </a:pPr>
                      <a:r>
                        <a:rPr lang="en-US" sz="2000" baseline="0" dirty="0"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4"/>
                        </a:buBlip>
                      </a:pPr>
                      <a:r>
                        <a:rPr lang="en-US" sz="2000" baseline="0" dirty="0"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10"/>
                        </a:buBlip>
                      </a:pPr>
                      <a:endParaRPr lang="en-US" sz="2000" baseline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4"/>
                        </a:buBlip>
                      </a:pPr>
                      <a:r>
                        <a:rPr lang="en-US" sz="2000" baseline="0" dirty="0"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10"/>
                        </a:buBlip>
                      </a:pPr>
                      <a:endParaRPr lang="en-US" sz="2000" baseline="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6"/>
                        </a:buBlip>
                      </a:pPr>
                      <a:r>
                        <a:rPr lang="en-US" sz="2000" baseline="0" dirty="0"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76319696"/>
                  </a:ext>
                </a:extLst>
              </a:tr>
              <a:tr h="684680">
                <a:tc>
                  <a:txBody>
                    <a:bodyPr/>
                    <a:lstStyle/>
                    <a:p>
                      <a:pPr marL="0" marR="0" lvl="0" indent="0" algn="ctr" defTabSz="711200" rtl="0" eaLnBrk="1" fontAlgn="auto" latinLnBrk="0" hangingPunct="1">
                        <a:lnSpc>
                          <a:spcPct val="100000"/>
                        </a:lnSpc>
                        <a:spcBef>
                          <a:spcPts val="120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defRPr/>
                      </a:pPr>
                      <a:r>
                        <a:rPr kumimoji="0" lang="en-US" sz="16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Financial Statements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4"/>
                        </a:buBlip>
                      </a:pPr>
                      <a:r>
                        <a:rPr lang="en-US" sz="2000" baseline="0" dirty="0"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4"/>
                        </a:buBlip>
                      </a:pPr>
                      <a:r>
                        <a:rPr lang="en-US" sz="2000" baseline="0" dirty="0"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10"/>
                        </a:buBlip>
                      </a:pPr>
                      <a:endParaRPr lang="en-US" sz="2000" baseline="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6"/>
                        </a:buBlip>
                      </a:pPr>
                      <a:r>
                        <a:rPr lang="en-US" sz="2000" baseline="0" dirty="0"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10"/>
                        </a:buBlip>
                      </a:pPr>
                      <a:endParaRPr lang="en-US" sz="2000" baseline="0" dirty="0"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indent="0" algn="ctr" defTabSz="711200" rtl="0" eaLnBrk="1" fontAlgn="ctr" latinLnBrk="0" hangingPunct="1">
                        <a:spcBef>
                          <a:spcPts val="1200"/>
                        </a:spcBef>
                        <a:buSzPct val="180000"/>
                        <a:buFont typeface="Arial" panose="020B0604020202020204" pitchFamily="34" charset="0"/>
                        <a:buBlip>
                          <a:blip r:embed="rId6"/>
                        </a:buBlip>
                      </a:pPr>
                      <a:r>
                        <a:rPr lang="en-US" sz="2000" baseline="0" dirty="0"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26242663"/>
                  </a:ext>
                </a:extLst>
              </a:tr>
            </a:tbl>
          </a:graphicData>
        </a:graphic>
      </p:graphicFrame>
    </p:spTree>
    <p:custDataLst>
      <p:tags r:id="rId1"/>
    </p:custDataLst>
    <p:extLst>
      <p:ext uri="{BB962C8B-B14F-4D97-AF65-F5344CB8AC3E}">
        <p14:creationId xmlns:p14="http://schemas.microsoft.com/office/powerpoint/2010/main" val="47763723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4" name="think-cell data - do not delete" hidden="1">
            <a:extLst>
              <a:ext uri="{FF2B5EF4-FFF2-40B4-BE49-F238E27FC236}">
                <a16:creationId xmlns:a16="http://schemas.microsoft.com/office/drawing/2014/main" id="{460D9EC7-91BD-4EC6-8256-273B50EF5812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13405414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84" imgH="486" progId="TCLayout.ActiveDocument.1">
                  <p:embed/>
                </p:oleObj>
              </mc:Choice>
              <mc:Fallback>
                <p:oleObj name="think-cell Slide" r:id="rId4" imgW="484" imgH="486" progId="TCLayout.ActiveDocument.1">
                  <p:embed/>
                  <p:pic>
                    <p:nvPicPr>
                      <p:cNvPr id="34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60D9EC7-91BD-4EC6-8256-273B50EF581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2" name="btfpColumnIndicatorGroup2">
            <a:extLst>
              <a:ext uri="{FF2B5EF4-FFF2-40B4-BE49-F238E27FC236}">
                <a16:creationId xmlns:a16="http://schemas.microsoft.com/office/drawing/2014/main" id="{798650F2-C6D2-3B42-FD5D-3A7D6D796ABB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0" name="btfpColumnGapBlocker303178">
              <a:extLst>
                <a:ext uri="{FF2B5EF4-FFF2-40B4-BE49-F238E27FC236}">
                  <a16:creationId xmlns:a16="http://schemas.microsoft.com/office/drawing/2014/main" id="{30408464-24AE-0F92-1B40-ADEF925F1408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8" name="btfpColumnGapBlocker191055">
              <a:extLst>
                <a:ext uri="{FF2B5EF4-FFF2-40B4-BE49-F238E27FC236}">
                  <a16:creationId xmlns:a16="http://schemas.microsoft.com/office/drawing/2014/main" id="{4ECD1B08-0594-3A68-2207-96EC06DCE40F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6" name="btfpColumnIndicator128888">
              <a:extLst>
                <a:ext uri="{FF2B5EF4-FFF2-40B4-BE49-F238E27FC236}">
                  <a16:creationId xmlns:a16="http://schemas.microsoft.com/office/drawing/2014/main" id="{3E2C1F7C-3AB5-DCC8-2B5B-791562C1062D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btfpColumnIndicator679857">
              <a:extLst>
                <a:ext uri="{FF2B5EF4-FFF2-40B4-BE49-F238E27FC236}">
                  <a16:creationId xmlns:a16="http://schemas.microsoft.com/office/drawing/2014/main" id="{E1585BE7-5177-D0F9-60CD-5C9299CE2AA6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btfpColumnIndicatorGroup1">
            <a:extLst>
              <a:ext uri="{FF2B5EF4-FFF2-40B4-BE49-F238E27FC236}">
                <a16:creationId xmlns:a16="http://schemas.microsoft.com/office/drawing/2014/main" id="{D1E02D1C-5F3F-9539-0523-AFFB36678344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9" name="btfpColumnGapBlocker380589">
              <a:extLst>
                <a:ext uri="{FF2B5EF4-FFF2-40B4-BE49-F238E27FC236}">
                  <a16:creationId xmlns:a16="http://schemas.microsoft.com/office/drawing/2014/main" id="{5639BF26-9124-81B0-E616-E75FC6468E8E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7" name="btfpColumnGapBlocker243998">
              <a:extLst>
                <a:ext uri="{FF2B5EF4-FFF2-40B4-BE49-F238E27FC236}">
                  <a16:creationId xmlns:a16="http://schemas.microsoft.com/office/drawing/2014/main" id="{3EED1BF9-041A-FFD0-EA47-46B8DF97FFC6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5" name="btfpColumnIndicator414356">
              <a:extLst>
                <a:ext uri="{FF2B5EF4-FFF2-40B4-BE49-F238E27FC236}">
                  <a16:creationId xmlns:a16="http://schemas.microsoft.com/office/drawing/2014/main" id="{54635E88-8AD5-7043-776D-C48C68CC5315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btfpColumnIndicator918831">
              <a:extLst>
                <a:ext uri="{FF2B5EF4-FFF2-40B4-BE49-F238E27FC236}">
                  <a16:creationId xmlns:a16="http://schemas.microsoft.com/office/drawing/2014/main" id="{12FEB9FE-2DCD-512F-96C0-0A521B5BDEAB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EB4199FF-C8A2-2613-1D3E-CF849441C9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YOLO</a:t>
            </a:r>
          </a:p>
        </p:txBody>
      </p:sp>
      <p:pic>
        <p:nvPicPr>
          <p:cNvPr id="14" name="Picture 13" descr="A close-up of a document&#10;&#10;AI-generated content may be incorrect.">
            <a:extLst>
              <a:ext uri="{FF2B5EF4-FFF2-40B4-BE49-F238E27FC236}">
                <a16:creationId xmlns:a16="http://schemas.microsoft.com/office/drawing/2014/main" id="{A73B8AA7-C254-57EB-5496-126A458542F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826" y="945269"/>
            <a:ext cx="5175985" cy="5576829"/>
          </a:xfrm>
          <a:prstGeom prst="rect">
            <a:avLst/>
          </a:prstGeom>
        </p:spPr>
      </p:pic>
      <p:pic>
        <p:nvPicPr>
          <p:cNvPr id="16" name="Picture 15" descr="A close-up of a document&#10;&#10;AI-generated content may be incorrect.">
            <a:extLst>
              <a:ext uri="{FF2B5EF4-FFF2-40B4-BE49-F238E27FC236}">
                <a16:creationId xmlns:a16="http://schemas.microsoft.com/office/drawing/2014/main" id="{3358A0E9-25F4-4921-E3AE-9ABF611BA7A2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8725" y="876688"/>
            <a:ext cx="4850284" cy="5645410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1562878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" name="think-cell data - do not delete" hidden="1">
            <a:extLst>
              <a:ext uri="{FF2B5EF4-FFF2-40B4-BE49-F238E27FC236}">
                <a16:creationId xmlns:a16="http://schemas.microsoft.com/office/drawing/2014/main" id="{0187721B-C610-97C0-6A2C-E34727FB697F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428714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84" imgH="486" progId="TCLayout.ActiveDocument.1">
                  <p:embed/>
                </p:oleObj>
              </mc:Choice>
              <mc:Fallback>
                <p:oleObj name="think-cell Slide" r:id="rId4" imgW="484" imgH="486" progId="TCLayout.ActiveDocument.1">
                  <p:embed/>
                  <p:pic>
                    <p:nvPicPr>
                      <p:cNvPr id="21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0187721B-C610-97C0-6A2C-E34727FB697F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2" name="btfpColumnIndicatorGroup2">
            <a:extLst>
              <a:ext uri="{FF2B5EF4-FFF2-40B4-BE49-F238E27FC236}">
                <a16:creationId xmlns:a16="http://schemas.microsoft.com/office/drawing/2014/main" id="{F8A8E1AB-6E34-7F46-2ADE-5981A08080FD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0" name="btfpColumnGapBlocker208923">
              <a:extLst>
                <a:ext uri="{FF2B5EF4-FFF2-40B4-BE49-F238E27FC236}">
                  <a16:creationId xmlns:a16="http://schemas.microsoft.com/office/drawing/2014/main" id="{4F1DA41E-A0C8-0ED1-9FF9-E5BC2241AC48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8" name="btfpColumnGapBlocker107137">
              <a:extLst>
                <a:ext uri="{FF2B5EF4-FFF2-40B4-BE49-F238E27FC236}">
                  <a16:creationId xmlns:a16="http://schemas.microsoft.com/office/drawing/2014/main" id="{65BA3C55-A8AA-6464-1B06-DADB31B74824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6" name="btfpColumnIndicator819361">
              <a:extLst>
                <a:ext uri="{FF2B5EF4-FFF2-40B4-BE49-F238E27FC236}">
                  <a16:creationId xmlns:a16="http://schemas.microsoft.com/office/drawing/2014/main" id="{BBB9678D-984E-AA50-6EC6-5B9E918F4632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btfpColumnIndicator234386">
              <a:extLst>
                <a:ext uri="{FF2B5EF4-FFF2-40B4-BE49-F238E27FC236}">
                  <a16:creationId xmlns:a16="http://schemas.microsoft.com/office/drawing/2014/main" id="{D324D207-F169-F192-4330-2A885F158AFE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btfpColumnIndicatorGroup1">
            <a:extLst>
              <a:ext uri="{FF2B5EF4-FFF2-40B4-BE49-F238E27FC236}">
                <a16:creationId xmlns:a16="http://schemas.microsoft.com/office/drawing/2014/main" id="{597D3A74-EEB8-109D-9057-1E9179391979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9" name="btfpColumnGapBlocker897559">
              <a:extLst>
                <a:ext uri="{FF2B5EF4-FFF2-40B4-BE49-F238E27FC236}">
                  <a16:creationId xmlns:a16="http://schemas.microsoft.com/office/drawing/2014/main" id="{D2E45EDA-3E77-58C4-BA52-23FF3BFA112B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7" name="btfpColumnGapBlocker153798">
              <a:extLst>
                <a:ext uri="{FF2B5EF4-FFF2-40B4-BE49-F238E27FC236}">
                  <a16:creationId xmlns:a16="http://schemas.microsoft.com/office/drawing/2014/main" id="{35139C76-47CF-D261-9C46-BAA3AC2208B6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5" name="btfpColumnIndicator380306">
              <a:extLst>
                <a:ext uri="{FF2B5EF4-FFF2-40B4-BE49-F238E27FC236}">
                  <a16:creationId xmlns:a16="http://schemas.microsoft.com/office/drawing/2014/main" id="{2683E54E-A217-653C-2BEC-65B4BA9A0794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btfpColumnIndicator176126">
              <a:extLst>
                <a:ext uri="{FF2B5EF4-FFF2-40B4-BE49-F238E27FC236}">
                  <a16:creationId xmlns:a16="http://schemas.microsoft.com/office/drawing/2014/main" id="{8F891288-D22B-5505-7719-9D2B0F36E1E0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2DE8923E-17A7-51D1-CF49-685602079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 err="1"/>
              <a:t>PDFMiner</a:t>
            </a:r>
            <a:endParaRPr lang="en-US" dirty="0"/>
          </a:p>
        </p:txBody>
      </p:sp>
      <p:pic>
        <p:nvPicPr>
          <p:cNvPr id="20" name="Picture 19" descr="A screenshot of a document&#10;&#10;AI-generated content may be incorrect.">
            <a:extLst>
              <a:ext uri="{FF2B5EF4-FFF2-40B4-BE49-F238E27FC236}">
                <a16:creationId xmlns:a16="http://schemas.microsoft.com/office/drawing/2014/main" id="{A487CD5D-F584-D070-C258-012DEFE7B7DC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6776" y="876688"/>
            <a:ext cx="4852211" cy="5720055"/>
          </a:xfrm>
          <a:prstGeom prst="rect">
            <a:avLst/>
          </a:prstGeom>
        </p:spPr>
      </p:pic>
      <p:pic>
        <p:nvPicPr>
          <p:cNvPr id="17" name="Picture 16" descr="A close-up of a document&#10;&#10;AI-generated content may be incorrect.">
            <a:extLst>
              <a:ext uri="{FF2B5EF4-FFF2-40B4-BE49-F238E27FC236}">
                <a16:creationId xmlns:a16="http://schemas.microsoft.com/office/drawing/2014/main" id="{33A69F00-118F-1898-55DD-D75833B9A7B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826" y="945269"/>
            <a:ext cx="5175985" cy="557682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11211311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2" name="think-cell data - do not delete" hidden="1">
            <a:extLst>
              <a:ext uri="{FF2B5EF4-FFF2-40B4-BE49-F238E27FC236}">
                <a16:creationId xmlns:a16="http://schemas.microsoft.com/office/drawing/2014/main" id="{FEE97B33-4EB2-A489-73BB-2A8BC763CA4D}"/>
              </a:ext>
            </a:extLst>
          </p:cNvPr>
          <p:cNvGraphicFramePr>
            <a:graphicFrameLocks noChangeAspect="1"/>
          </p:cNvGraphicFramePr>
          <p:nvPr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1484382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84" imgH="486" progId="TCLayout.ActiveDocument.1">
                  <p:embed/>
                </p:oleObj>
              </mc:Choice>
              <mc:Fallback>
                <p:oleObj name="think-cell Slide" r:id="rId4" imgW="484" imgH="486" progId="TCLayout.ActiveDocument.1">
                  <p:embed/>
                  <p:pic>
                    <p:nvPicPr>
                      <p:cNvPr id="22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FEE97B33-4EB2-A489-73BB-2A8BC763CA4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2" name="btfpColumnIndicatorGroup2">
            <a:extLst>
              <a:ext uri="{FF2B5EF4-FFF2-40B4-BE49-F238E27FC236}">
                <a16:creationId xmlns:a16="http://schemas.microsoft.com/office/drawing/2014/main" id="{882FF0F1-529E-CB1F-A763-E4538FB3EBAE}"/>
              </a:ext>
            </a:extLst>
          </p:cNvPr>
          <p:cNvGrpSpPr/>
          <p:nvPr/>
        </p:nvGrpSpPr>
        <p:grpSpPr>
          <a:xfrm>
            <a:off x="0" y="6926580"/>
            <a:ext cx="12192000" cy="137160"/>
            <a:chOff x="0" y="6926580"/>
            <a:chExt cx="12192000" cy="137160"/>
          </a:xfrm>
        </p:grpSpPr>
        <p:sp>
          <p:nvSpPr>
            <p:cNvPr id="10" name="btfpColumnGapBlocker129733">
              <a:extLst>
                <a:ext uri="{FF2B5EF4-FFF2-40B4-BE49-F238E27FC236}">
                  <a16:creationId xmlns:a16="http://schemas.microsoft.com/office/drawing/2014/main" id="{FD89E96A-954D-DB9B-4838-2C40516283F7}"/>
                </a:ext>
              </a:extLst>
            </p:cNvPr>
            <p:cNvSpPr/>
            <p:nvPr/>
          </p:nvSpPr>
          <p:spPr bwMode="gray">
            <a:xfrm>
              <a:off x="1186180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8" name="btfpColumnGapBlocker540187">
              <a:extLst>
                <a:ext uri="{FF2B5EF4-FFF2-40B4-BE49-F238E27FC236}">
                  <a16:creationId xmlns:a16="http://schemas.microsoft.com/office/drawing/2014/main" id="{636C37AD-781C-48C7-8AF7-735C9EC30D28}"/>
                </a:ext>
              </a:extLst>
            </p:cNvPr>
            <p:cNvSpPr/>
            <p:nvPr/>
          </p:nvSpPr>
          <p:spPr bwMode="gray">
            <a:xfrm>
              <a:off x="0" y="692658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6" name="btfpColumnIndicator549114">
              <a:extLst>
                <a:ext uri="{FF2B5EF4-FFF2-40B4-BE49-F238E27FC236}">
                  <a16:creationId xmlns:a16="http://schemas.microsoft.com/office/drawing/2014/main" id="{E3160901-884A-07A4-3467-A3DC39AB87F3}"/>
                </a:ext>
              </a:extLst>
            </p:cNvPr>
            <p:cNvCxnSpPr/>
            <p:nvPr/>
          </p:nvCxnSpPr>
          <p:spPr bwMode="gray">
            <a:xfrm flipV="1">
              <a:off x="118618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" name="btfpColumnIndicator419182">
              <a:extLst>
                <a:ext uri="{FF2B5EF4-FFF2-40B4-BE49-F238E27FC236}">
                  <a16:creationId xmlns:a16="http://schemas.microsoft.com/office/drawing/2014/main" id="{22854665-5A40-011E-8993-7D8BD2804EF9}"/>
                </a:ext>
              </a:extLst>
            </p:cNvPr>
            <p:cNvCxnSpPr/>
            <p:nvPr/>
          </p:nvCxnSpPr>
          <p:spPr bwMode="gray">
            <a:xfrm flipV="1">
              <a:off x="330200" y="692658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1" name="btfpColumnIndicatorGroup1">
            <a:extLst>
              <a:ext uri="{FF2B5EF4-FFF2-40B4-BE49-F238E27FC236}">
                <a16:creationId xmlns:a16="http://schemas.microsoft.com/office/drawing/2014/main" id="{6FE80E34-602E-A4A7-0D7F-B02E5523526D}"/>
              </a:ext>
            </a:extLst>
          </p:cNvPr>
          <p:cNvGrpSpPr/>
          <p:nvPr/>
        </p:nvGrpSpPr>
        <p:grpSpPr>
          <a:xfrm>
            <a:off x="0" y="-205740"/>
            <a:ext cx="12192000" cy="137160"/>
            <a:chOff x="0" y="-205740"/>
            <a:chExt cx="12192000" cy="137160"/>
          </a:xfrm>
        </p:grpSpPr>
        <p:sp>
          <p:nvSpPr>
            <p:cNvPr id="9" name="btfpColumnGapBlocker570652">
              <a:extLst>
                <a:ext uri="{FF2B5EF4-FFF2-40B4-BE49-F238E27FC236}">
                  <a16:creationId xmlns:a16="http://schemas.microsoft.com/office/drawing/2014/main" id="{B9764F86-BF64-2709-5120-96CFC320193B}"/>
                </a:ext>
              </a:extLst>
            </p:cNvPr>
            <p:cNvSpPr/>
            <p:nvPr/>
          </p:nvSpPr>
          <p:spPr bwMode="gray">
            <a:xfrm>
              <a:off x="1186180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sp>
          <p:nvSpPr>
            <p:cNvPr id="7" name="btfpColumnGapBlocker479837">
              <a:extLst>
                <a:ext uri="{FF2B5EF4-FFF2-40B4-BE49-F238E27FC236}">
                  <a16:creationId xmlns:a16="http://schemas.microsoft.com/office/drawing/2014/main" id="{748A651A-C01B-DBBC-4981-B4050659316B}"/>
                </a:ext>
              </a:extLst>
            </p:cNvPr>
            <p:cNvSpPr/>
            <p:nvPr/>
          </p:nvSpPr>
          <p:spPr bwMode="gray">
            <a:xfrm>
              <a:off x="0" y="-205740"/>
              <a:ext cx="330200" cy="137160"/>
            </a:xfrm>
            <a:prstGeom prst="rect">
              <a:avLst/>
            </a:prstGeom>
            <a:pattFill prst="ltUpDiag">
              <a:fgClr>
                <a:srgbClr val="BBCABA"/>
              </a:fgClr>
              <a:bgClr>
                <a:srgbClr val="FFFFFF"/>
              </a:bgClr>
            </a:pattFill>
            <a:ln w="9525" cap="flat" cmpd="sng" algn="ctr">
              <a:noFill/>
              <a:prstDash val="solid"/>
              <a:miter lim="800000"/>
            </a:ln>
            <a:effectLst/>
            <a:extLst>
              <a:ext uri="{91240B29-F687-4F45-9708-019B960494DF}">
                <a14:hiddenLine xmlns:a14="http://schemas.microsoft.com/office/drawing/2010/main" w="9525" cap="flat" cmpd="sng" algn="ctr">
                  <a:solidFill>
                    <a:schemeClr val="tx1"/>
                  </a:solidFill>
                  <a:prstDash val="solid"/>
                  <a:miter lim="800000"/>
                </a14:hiddenLine>
              </a:ext>
            </a:ex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ctr">
                <a:buNone/>
              </a:pPr>
              <a:endParaRPr lang="en-US" sz="1600" dirty="0" err="1">
                <a:solidFill>
                  <a:schemeClr val="tx1"/>
                </a:solidFill>
              </a:endParaRPr>
            </a:p>
          </p:txBody>
        </p:sp>
        <p:cxnSp>
          <p:nvCxnSpPr>
            <p:cNvPr id="5" name="btfpColumnIndicator820738">
              <a:extLst>
                <a:ext uri="{FF2B5EF4-FFF2-40B4-BE49-F238E27FC236}">
                  <a16:creationId xmlns:a16="http://schemas.microsoft.com/office/drawing/2014/main" id="{7AE58AB5-F3D7-0EC7-F741-93AA8F328748}"/>
                </a:ext>
              </a:extLst>
            </p:cNvPr>
            <p:cNvCxnSpPr/>
            <p:nvPr/>
          </p:nvCxnSpPr>
          <p:spPr bwMode="gray">
            <a:xfrm flipV="1">
              <a:off x="118618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btfpColumnIndicator893384">
              <a:extLst>
                <a:ext uri="{FF2B5EF4-FFF2-40B4-BE49-F238E27FC236}">
                  <a16:creationId xmlns:a16="http://schemas.microsoft.com/office/drawing/2014/main" id="{FE78A50D-5351-D502-D3F6-7928080079B1}"/>
                </a:ext>
              </a:extLst>
            </p:cNvPr>
            <p:cNvCxnSpPr/>
            <p:nvPr/>
          </p:nvCxnSpPr>
          <p:spPr bwMode="gray">
            <a:xfrm flipV="1">
              <a:off x="330200" y="-205740"/>
              <a:ext cx="0" cy="137160"/>
            </a:xfrm>
            <a:prstGeom prst="line">
              <a:avLst/>
            </a:prstGeom>
            <a:ln w="19050" cap="flat" cmpd="sng" algn="ctr">
              <a:solidFill>
                <a:srgbClr val="507867"/>
              </a:solidFill>
              <a:prstDash val="solid"/>
              <a:miter lim="800000"/>
              <a:headEnd type="none" w="med" len="med"/>
              <a:tailEnd type="none" w="med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F5ADEAF-3F73-4DAA-FE22-15DAA20F6C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US" dirty="0"/>
              <a:t>Layout Parser</a:t>
            </a:r>
          </a:p>
        </p:txBody>
      </p:sp>
      <p:pic>
        <p:nvPicPr>
          <p:cNvPr id="18" name="Picture 17" descr="A screenshot of a document&#10;&#10;AI-generated content may be incorrect.">
            <a:extLst>
              <a:ext uri="{FF2B5EF4-FFF2-40B4-BE49-F238E27FC236}">
                <a16:creationId xmlns:a16="http://schemas.microsoft.com/office/drawing/2014/main" id="{4A5A48BD-E479-B84A-8D4A-55C502653A1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85657" y="876687"/>
            <a:ext cx="5494106" cy="5701395"/>
          </a:xfrm>
          <a:prstGeom prst="rect">
            <a:avLst/>
          </a:prstGeom>
        </p:spPr>
      </p:pic>
      <p:pic>
        <p:nvPicPr>
          <p:cNvPr id="17" name="Picture 16" descr="A close-up of a document&#10;&#10;AI-generated content may be incorrect.">
            <a:extLst>
              <a:ext uri="{FF2B5EF4-FFF2-40B4-BE49-F238E27FC236}">
                <a16:creationId xmlns:a16="http://schemas.microsoft.com/office/drawing/2014/main" id="{ACF24C81-BBAE-F798-502B-905BC3EBF9E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9826" y="945269"/>
            <a:ext cx="5175985" cy="5576829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77832819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  <p:tag name="BTFPCOLUMNGUIDE" val="Visible"/>
  <p:tag name="MEKKOFORMATS" val="&lt;MekkoFormats&gt;&lt;NumberFormat DecimalSeparator=&quot;.&quot; ThousandSeparator=&quot;,&quot; NegativeNumberFormat=&quot;1&quot; /&gt;&lt;DateFormat CultureID=&quot;1033&quot; FormatString=&quot;M/d/yyyy&quot; /&gt;&lt;Font&gt;&lt;Output_Font_Name Default=&quot;Arial&quot; UsePPTTheme=&quot;True&quot; /&gt;&lt;/Font&gt;&lt;/MekkoFormats&gt;"/>
  <p:tag name="OFFICE" val="Boston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S_UNIQUEID" val="75196"/>
  <p:tag name="BTFPLAYOUTENABLED" val="1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TFPLAYOUTENABLED" val="1"/>
  <p:tag name="BTFPLAYOUTCOLUMNS" val="1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ain Core">
  <a:themeElements>
    <a:clrScheme name="Bain">
      <a:dk1>
        <a:srgbClr val="000000"/>
      </a:dk1>
      <a:lt1>
        <a:srgbClr val="FFFFFF"/>
      </a:lt1>
      <a:dk2>
        <a:srgbClr val="D6D6D6"/>
      </a:dk2>
      <a:lt2>
        <a:srgbClr val="5C5C5C"/>
      </a:lt2>
      <a:accent1>
        <a:srgbClr val="B4B4B4"/>
      </a:accent1>
      <a:accent2>
        <a:srgbClr val="D6D6D6"/>
      </a:accent2>
      <a:accent3>
        <a:srgbClr val="CC0000"/>
      </a:accent3>
      <a:accent4>
        <a:srgbClr val="46647B"/>
      </a:accent4>
      <a:accent5>
        <a:srgbClr val="507867"/>
      </a:accent5>
      <a:accent6>
        <a:srgbClr val="973B74"/>
      </a:accent6>
      <a:hlink>
        <a:srgbClr val="46647B"/>
      </a:hlink>
      <a:folHlink>
        <a:srgbClr val="7891AA"/>
      </a:folHlink>
    </a:clrScheme>
    <a:fontScheme name="Arial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gray">
        <a:solidFill>
          <a:schemeClr val="bg1"/>
        </a:solidFill>
        <a:ln w="9525">
          <a:solidFill>
            <a:schemeClr val="tx1"/>
          </a:solidFill>
        </a:ln>
      </a:spPr>
      <a:bodyPr rot="0" spcFirstLastPara="0" vertOverflow="overflow" horzOverflow="overflow" vert="horz" wrap="square" lIns="36000" tIns="36000" rIns="36000" bIns="36000" numCol="1" spcCol="0" rtlCol="0" fromWordArt="0" anchor="t" anchorCtr="0" forceAA="0" compatLnSpc="1">
        <a:prstTxWarp prst="textNoShape">
          <a:avLst/>
        </a:prstTxWarp>
        <a:noAutofit/>
      </a:bodyPr>
      <a:lstStyle>
        <a:defPPr marL="0" indent="0" algn="ctr">
          <a:buNone/>
          <a:defRPr sz="1600"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 bwMode="gray">
        <a:ln w="9525" cap="flat">
          <a:solidFill>
            <a:schemeClr val="tx1"/>
          </a:solidFill>
          <a:miter lim="800000"/>
          <a:tailEnd type="none" w="med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 bwMode="gray">
        <a:noFill/>
      </a:spPr>
      <a:bodyPr wrap="none" lIns="36000" tIns="36000" rIns="36000" bIns="36000" rtlCol="0">
        <a:spAutoFit/>
      </a:bodyPr>
      <a:lstStyle>
        <a:defPPr marL="0" indent="0">
          <a:buNone/>
          <a:defRPr sz="16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Bain Core On Screen Show (16_9).potx" id="{56CF97D2-A744-43CA-AE15-0214FF29DAC4}" vid="{A64E784E-EE2A-4031-BBD4-3B52B2D870F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F3721693-BC71-4E7A-88A5-47892BE7D9A9}">
  <we:reference id="70ed8778-2a1c-4697-8cf0-5cf67c93b7b6" version="2.2.2.15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ECE28C1D2031CE49B65EB9398B6665A4" ma:contentTypeVersion="16" ma:contentTypeDescription="Ein neues Dokument erstellen." ma:contentTypeScope="" ma:versionID="915be8ddf9203496dff81045837c2095">
  <xsd:schema xmlns:xsd="http://www.w3.org/2001/XMLSchema" xmlns:xs="http://www.w3.org/2001/XMLSchema" xmlns:p="http://schemas.microsoft.com/office/2006/metadata/properties" xmlns:ns2="024ef72b-9a44-443b-86c7-2b9b89248177" xmlns:ns3="df6b8441-aa16-4692-b757-547843ef6d58" xmlns:ns4="0e427f73-0d6a-4740-aee4-eea3ddf9cfe2" targetNamespace="http://schemas.microsoft.com/office/2006/metadata/properties" ma:root="true" ma:fieldsID="93e82e7d94d6100c07791c5c9fddab0b" ns2:_="" ns3:_="" ns4:_="">
    <xsd:import namespace="024ef72b-9a44-443b-86c7-2b9b89248177"/>
    <xsd:import namespace="df6b8441-aa16-4692-b757-547843ef6d58"/>
    <xsd:import namespace="0e427f73-0d6a-4740-aee4-eea3ddf9cfe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Locatio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4:TaxCatchAll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4ef72b-9a44-443b-86c7-2b9b8924817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Location" ma:index="12" nillable="true" ma:displayName="Location" ma:internalName="MediaServiceLocation" ma:readOnly="true">
      <xsd:simpleType>
        <xsd:restriction base="dms:Text"/>
      </xsd:simple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Bildmarkierungen" ma:readOnly="false" ma:fieldId="{5cf76f15-5ced-4ddc-b409-7134ff3c332f}" ma:taxonomyMulti="true" ma:sspId="4b166abb-7d38-406f-9233-2f33b10aef2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f6b8441-aa16-4692-b757-547843ef6d58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Freigegeben für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Freigegeben für -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e427f73-0d6a-4740-aee4-eea3ddf9cfe2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a85ec8ad-9b94-48bf-98e4-b3da507f3f23}" ma:internalName="TaxCatchAll" ma:showField="CatchAllData" ma:web="df6b8441-aa16-4692-b757-547843ef6d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38E3FDD-F0A4-4844-9D40-FD90550EE82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24ef72b-9a44-443b-86c7-2b9b89248177"/>
    <ds:schemaRef ds:uri="df6b8441-aa16-4692-b757-547843ef6d58"/>
    <ds:schemaRef ds:uri="0e427f73-0d6a-4740-aee4-eea3ddf9cfe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AD835C2C-3CD2-40BE-BE8B-84BB9926EAC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Bain Core On Screen Show (16_9)</Template>
  <TotalTime>529</TotalTime>
  <Words>159</Words>
  <Application>Microsoft Office PowerPoint</Application>
  <PresentationFormat>Widescreen</PresentationFormat>
  <Paragraphs>53</Paragraphs>
  <Slides>5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Arial</vt:lpstr>
      <vt:lpstr>Bain Core</vt:lpstr>
      <vt:lpstr>think-cell Slide</vt:lpstr>
      <vt:lpstr>PowerPoint Presentation</vt:lpstr>
      <vt:lpstr>PowerPoint Presentation</vt:lpstr>
      <vt:lpstr>YOLO</vt:lpstr>
      <vt:lpstr>PDFMiner</vt:lpstr>
      <vt:lpstr>Layout Parser</vt:lpstr>
    </vt:vector>
  </TitlesOfParts>
  <Company>Bain and Company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Mundhra, Mukunj</dc:creator>
  <cp:lastModifiedBy>Mundhra, Mukunj</cp:lastModifiedBy>
  <cp:revision>1</cp:revision>
  <cp:lastPrinted>2017-02-15T14:23:56Z</cp:lastPrinted>
  <dcterms:created xsi:type="dcterms:W3CDTF">2026-04-12T06:35:09Z</dcterms:created>
  <dcterms:modified xsi:type="dcterms:W3CDTF">2026-04-14T06:40:05Z</dcterms:modified>
</cp:coreProperties>
</file>
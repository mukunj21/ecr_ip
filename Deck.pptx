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b" ContentType="application/vnd.ms-excel.sheet.binary.macroEnabled.12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notesSlides/notesSlide1.xml" ContentType="application/vnd.openxmlformats-officedocument.presentationml.notesSlide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notesSlides/notesSlide2.xml" ContentType="application/vnd.openxmlformats-officedocument.presentationml.notesSlide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charts/chart1.xml" ContentType="application/vnd.openxmlformats-officedocument.drawingml.chart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notesMasterIdLst>
    <p:notesMasterId r:id="rId13"/>
  </p:notesMasterIdLst>
  <p:sldIdLst>
    <p:sldId id="266" r:id="rId4"/>
    <p:sldId id="927" r:id="rId5"/>
    <p:sldId id="926" r:id="rId6"/>
    <p:sldId id="267" r:id="rId7"/>
    <p:sldId id="388" r:id="rId8"/>
    <p:sldId id="262" r:id="rId9"/>
    <p:sldId id="263" r:id="rId10"/>
    <p:sldId id="264" r:id="rId11"/>
    <p:sldId id="265" r:id="rId12"/>
  </p:sldIdLst>
  <p:sldSz cx="12192000" cy="6858000"/>
  <p:notesSz cx="6797675" cy="9926638"/>
  <p:custDataLst>
    <p:tags r:id="rId14"/>
  </p:custDataLst>
  <p:defaultTextStyle>
    <a:defPPr>
      <a:defRPr lang="en-US"/>
    </a:defPPr>
    <a:lvl1pPr marL="177800" indent="-177800" algn="l" defTabSz="711200" rtl="0" eaLnBrk="1" latinLnBrk="0" hangingPunct="1">
      <a:spcBef>
        <a:spcPts val="1200"/>
      </a:spcBef>
      <a:buChar char="•"/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355600" indent="-177800" algn="l" defTabSz="711200" rtl="0" eaLnBrk="1" latinLnBrk="0" hangingPunct="1">
      <a:spcBef>
        <a:spcPts val="600"/>
      </a:spcBef>
      <a:buChar char="–"/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533400" indent="-177800" algn="l" defTabSz="711200" rtl="0" eaLnBrk="1" latinLnBrk="0" hangingPunct="1">
      <a:spcBef>
        <a:spcPts val="600"/>
      </a:spcBef>
      <a:buChar char="&gt;"/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711200" indent="-177800" algn="l" defTabSz="711200" rtl="0" eaLnBrk="1" latinLnBrk="0" hangingPunct="1">
      <a:spcBef>
        <a:spcPts val="600"/>
      </a:spcBef>
      <a:buChar char="–"/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889000" indent="-177800" algn="l" defTabSz="711200" rtl="0" eaLnBrk="1" latinLnBrk="0" hangingPunct="1">
      <a:spcBef>
        <a:spcPts val="600"/>
      </a:spcBef>
      <a:buChar char="&gt;"/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0668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12446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14224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1600200" indent="-177800" algn="l" defTabSz="7112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5C5C5C"/>
    <a:srgbClr val="FAEEC3"/>
    <a:srgbClr val="F2DE8A"/>
    <a:srgbClr val="E9CD49"/>
    <a:srgbClr val="C6AA3D"/>
    <a:srgbClr val="AB8933"/>
    <a:srgbClr val="FAECDB"/>
    <a:srgbClr val="EDDABD"/>
    <a:srgbClr val="CFB7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868636-58E0-4C4D-9E43-AC95D3FC9A8D}" v="7025" dt="2026-04-16T12:06:04.746"/>
  </p1510:revLst>
</p1510:revInfo>
</file>

<file path=ppt/tableStyles.xml><?xml version="1.0" encoding="utf-8"?>
<a:tblStyleLst xmlns:a="http://schemas.openxmlformats.org/drawingml/2006/main" def="{2D5ABB26-0587-4C30-8999-92F81FD0307C}">
  <a:tblStyle styleId="{9D7B26C5-4107-4FEC-AEDC-1716B250A1EF}" styleName="Light Style 1">
    <a:wholeTbl>
      <a:tcTxStyle>
        <a:fontRef idx="minor">
          <a:prstClr val="black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 w="9525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>
              <a:noFill/>
            </a:ln>
          </a:top>
          <a:bottom>
            <a:ln>
              <a:noFill/>
            </a:ln>
          </a:bottom>
        </a:tcBdr>
        <a:fill>
          <a:solidFill>
            <a:schemeClr val="dk2"/>
          </a:solidFill>
        </a:fill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firstCol>
      <a:tcTxStyle b="on"/>
      <a:tcStyle>
        <a:tcBdr/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1905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accent3"/>
      </a:tcTxStyle>
      <a:tcStyle>
        <a:tcBdr>
          <a:bottom>
            <a:ln w="19050" cmpd="sng">
              <a:solidFill>
                <a:schemeClr val="dk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552" autoAdjust="0"/>
  </p:normalViewPr>
  <p:slideViewPr>
    <p:cSldViewPr snapToGrid="0">
      <p:cViewPr>
        <p:scale>
          <a:sx n="81" d="100"/>
          <a:sy n="81" d="100"/>
        </p:scale>
        <p:origin x="29" y="37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microsoft.com/office/2016/11/relationships/changesInfo" Target="changesInfos/changesInfo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ags" Target="tags/tag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ndhra, Mukunj" userId="1c2f3120-076c-4bbd-9e2e-035f943010bb" providerId="ADAL" clId="{F49740AB-4157-4968-91D3-3482E897651D}"/>
    <pc:docChg chg="undo redo custSel addSld delSld modSld sldOrd">
      <pc:chgData name="Mundhra, Mukunj" userId="1c2f3120-076c-4bbd-9e2e-035f943010bb" providerId="ADAL" clId="{F49740AB-4157-4968-91D3-3482E897651D}" dt="2026-04-16T12:07:04.775" v="14090" actId="20577"/>
      <pc:docMkLst>
        <pc:docMk/>
      </pc:docMkLst>
      <pc:sldChg chg="modSp mod">
        <pc:chgData name="Mundhra, Mukunj" userId="1c2f3120-076c-4bbd-9e2e-035f943010bb" providerId="ADAL" clId="{F49740AB-4157-4968-91D3-3482E897651D}" dt="2026-04-16T08:01:59.700" v="1855" actId="20577"/>
        <pc:sldMkLst>
          <pc:docMk/>
          <pc:sldMk cId="477637231" sldId="262"/>
        </pc:sldMkLst>
        <pc:graphicFrameChg chg="mod modGraphic">
          <ac:chgData name="Mundhra, Mukunj" userId="1c2f3120-076c-4bbd-9e2e-035f943010bb" providerId="ADAL" clId="{F49740AB-4157-4968-91D3-3482E897651D}" dt="2026-04-16T08:01:59.700" v="1855" actId="20577"/>
          <ac:graphicFrameMkLst>
            <pc:docMk/>
            <pc:sldMk cId="477637231" sldId="262"/>
            <ac:graphicFrameMk id="13" creationId="{785CD4C5-7B85-901F-3957-E6677F7EDCE0}"/>
          </ac:graphicFrameMkLst>
        </pc:graphicFrameChg>
      </pc:sldChg>
      <pc:sldChg chg="addSp modSp new mod ord">
        <pc:chgData name="Mundhra, Mukunj" userId="1c2f3120-076c-4bbd-9e2e-035f943010bb" providerId="ADAL" clId="{F49740AB-4157-4968-91D3-3482E897651D}" dt="2026-04-14T13:44:25.335" v="1651" actId="20577"/>
        <pc:sldMkLst>
          <pc:docMk/>
          <pc:sldMk cId="1423028996" sldId="266"/>
        </pc:sldMkLst>
        <pc:spChg chg="add mod">
          <ac:chgData name="Mundhra, Mukunj" userId="1c2f3120-076c-4bbd-9e2e-035f943010bb" providerId="ADAL" clId="{F49740AB-4157-4968-91D3-3482E897651D}" dt="2026-04-14T06:21:51.857" v="177"/>
          <ac:spMkLst>
            <pc:docMk/>
            <pc:sldMk cId="1423028996" sldId="266"/>
            <ac:spMk id="7" creationId="{ED167B8E-25C6-6742-E5A6-0EB0BFC4E9A0}"/>
          </ac:spMkLst>
        </pc:spChg>
        <pc:spChg chg="add mod">
          <ac:chgData name="Mundhra, Mukunj" userId="1c2f3120-076c-4bbd-9e2e-035f943010bb" providerId="ADAL" clId="{F49740AB-4157-4968-91D3-3482E897651D}" dt="2026-04-14T06:21:51.859" v="179"/>
          <ac:spMkLst>
            <pc:docMk/>
            <pc:sldMk cId="1423028996" sldId="266"/>
            <ac:spMk id="8" creationId="{22069FAB-4691-4229-79E6-F2C745E69B76}"/>
          </ac:spMkLst>
        </pc:spChg>
        <pc:spChg chg="add mod">
          <ac:chgData name="Mundhra, Mukunj" userId="1c2f3120-076c-4bbd-9e2e-035f943010bb" providerId="ADAL" clId="{F49740AB-4157-4968-91D3-3482E897651D}" dt="2026-04-14T06:21:51.857" v="177"/>
          <ac:spMkLst>
            <pc:docMk/>
            <pc:sldMk cId="1423028996" sldId="266"/>
            <ac:spMk id="9" creationId="{2E7A2E45-C3B0-A47D-A0C9-7457FC1F8176}"/>
          </ac:spMkLst>
        </pc:spChg>
        <pc:spChg chg="add mod">
          <ac:chgData name="Mundhra, Mukunj" userId="1c2f3120-076c-4bbd-9e2e-035f943010bb" providerId="ADAL" clId="{F49740AB-4157-4968-91D3-3482E897651D}" dt="2026-04-14T06:21:51.859" v="179"/>
          <ac:spMkLst>
            <pc:docMk/>
            <pc:sldMk cId="1423028996" sldId="266"/>
            <ac:spMk id="10" creationId="{4CE72651-C761-34E2-8659-D5D7CE01288F}"/>
          </ac:spMkLst>
        </pc:spChg>
        <pc:spChg chg="add mod">
          <ac:chgData name="Mundhra, Mukunj" userId="1c2f3120-076c-4bbd-9e2e-035f943010bb" providerId="ADAL" clId="{F49740AB-4157-4968-91D3-3482E897651D}" dt="2026-04-14T13:44:25.335" v="1651" actId="20577"/>
          <ac:spMkLst>
            <pc:docMk/>
            <pc:sldMk cId="1423028996" sldId="266"/>
            <ac:spMk id="13" creationId="{8DBADB07-BFE5-A258-71A9-1F0D9A31199D}"/>
          </ac:spMkLst>
        </pc:spChg>
        <pc:grpChg chg="add mod">
          <ac:chgData name="Mundhra, Mukunj" userId="1c2f3120-076c-4bbd-9e2e-035f943010bb" providerId="ADAL" clId="{F49740AB-4157-4968-91D3-3482E897651D}" dt="2026-04-14T06:21:51.858" v="178"/>
          <ac:grpSpMkLst>
            <pc:docMk/>
            <pc:sldMk cId="1423028996" sldId="266"/>
            <ac:grpSpMk id="11" creationId="{E63D20BD-3965-715A-07AE-A7BF364F8F3E}"/>
          </ac:grpSpMkLst>
        </pc:grpChg>
        <pc:grpChg chg="add mod">
          <ac:chgData name="Mundhra, Mukunj" userId="1c2f3120-076c-4bbd-9e2e-035f943010bb" providerId="ADAL" clId="{F49740AB-4157-4968-91D3-3482E897651D}" dt="2026-04-14T06:21:51.859" v="180"/>
          <ac:grpSpMkLst>
            <pc:docMk/>
            <pc:sldMk cId="1423028996" sldId="266"/>
            <ac:grpSpMk id="12" creationId="{7F72E0FC-ABE2-3DDC-CC45-B644027881C8}"/>
          </ac:grpSpMkLst>
        </pc:grpChg>
        <pc:cxnChg chg="add mod ord">
          <ac:chgData name="Mundhra, Mukunj" userId="1c2f3120-076c-4bbd-9e2e-035f943010bb" providerId="ADAL" clId="{F49740AB-4157-4968-91D3-3482E897651D}" dt="2026-04-14T06:21:51.857" v="177"/>
          <ac:cxnSpMkLst>
            <pc:docMk/>
            <pc:sldMk cId="1423028996" sldId="266"/>
            <ac:cxnSpMk id="3" creationId="{4716D50A-10F9-60AA-51CC-E7B234BE17DB}"/>
          </ac:cxnSpMkLst>
        </pc:cxnChg>
        <pc:cxnChg chg="add mod ord">
          <ac:chgData name="Mundhra, Mukunj" userId="1c2f3120-076c-4bbd-9e2e-035f943010bb" providerId="ADAL" clId="{F49740AB-4157-4968-91D3-3482E897651D}" dt="2026-04-14T06:21:51.859" v="179"/>
          <ac:cxnSpMkLst>
            <pc:docMk/>
            <pc:sldMk cId="1423028996" sldId="266"/>
            <ac:cxnSpMk id="4" creationId="{1D4A0B4B-2178-4C13-AA01-C2461F5B446E}"/>
          </ac:cxnSpMkLst>
        </pc:cxnChg>
        <pc:cxnChg chg="add mod ord">
          <ac:chgData name="Mundhra, Mukunj" userId="1c2f3120-076c-4bbd-9e2e-035f943010bb" providerId="ADAL" clId="{F49740AB-4157-4968-91D3-3482E897651D}" dt="2026-04-14T06:21:51.857" v="177"/>
          <ac:cxnSpMkLst>
            <pc:docMk/>
            <pc:sldMk cId="1423028996" sldId="266"/>
            <ac:cxnSpMk id="5" creationId="{71DF864F-C918-76AE-DA52-1834D12E87C6}"/>
          </ac:cxnSpMkLst>
        </pc:cxnChg>
        <pc:cxnChg chg="add mod ord">
          <ac:chgData name="Mundhra, Mukunj" userId="1c2f3120-076c-4bbd-9e2e-035f943010bb" providerId="ADAL" clId="{F49740AB-4157-4968-91D3-3482E897651D}" dt="2026-04-14T06:21:51.859" v="179"/>
          <ac:cxnSpMkLst>
            <pc:docMk/>
            <pc:sldMk cId="1423028996" sldId="266"/>
            <ac:cxnSpMk id="6" creationId="{A0AB05EE-77BE-C347-FCE7-96D7BA7FCA9A}"/>
          </ac:cxnSpMkLst>
        </pc:cxnChg>
      </pc:sldChg>
      <pc:sldChg chg="addSp modSp new mod">
        <pc:chgData name="Mundhra, Mukunj" userId="1c2f3120-076c-4bbd-9e2e-035f943010bb" providerId="ADAL" clId="{F49740AB-4157-4968-91D3-3482E897651D}" dt="2026-04-14T09:49:53.511" v="983"/>
        <pc:sldMkLst>
          <pc:docMk/>
          <pc:sldMk cId="2549491418" sldId="267"/>
        </pc:sldMkLst>
        <pc:spChg chg="add mod">
          <ac:chgData name="Mundhra, Mukunj" userId="1c2f3120-076c-4bbd-9e2e-035f943010bb" providerId="ADAL" clId="{F49740AB-4157-4968-91D3-3482E897651D}" dt="2026-04-14T09:49:53.511" v="980"/>
          <ac:spMkLst>
            <pc:docMk/>
            <pc:sldMk cId="2549491418" sldId="267"/>
            <ac:spMk id="7" creationId="{43F165F0-3DDF-39EB-6616-4BBEE42729ED}"/>
          </ac:spMkLst>
        </pc:spChg>
        <pc:spChg chg="add mod">
          <ac:chgData name="Mundhra, Mukunj" userId="1c2f3120-076c-4bbd-9e2e-035f943010bb" providerId="ADAL" clId="{F49740AB-4157-4968-91D3-3482E897651D}" dt="2026-04-14T09:49:53.511" v="982"/>
          <ac:spMkLst>
            <pc:docMk/>
            <pc:sldMk cId="2549491418" sldId="267"/>
            <ac:spMk id="8" creationId="{19FC1D37-7875-3843-66D3-D53FFEEAAF71}"/>
          </ac:spMkLst>
        </pc:spChg>
        <pc:spChg chg="add mod">
          <ac:chgData name="Mundhra, Mukunj" userId="1c2f3120-076c-4bbd-9e2e-035f943010bb" providerId="ADAL" clId="{F49740AB-4157-4968-91D3-3482E897651D}" dt="2026-04-14T09:49:53.511" v="980"/>
          <ac:spMkLst>
            <pc:docMk/>
            <pc:sldMk cId="2549491418" sldId="267"/>
            <ac:spMk id="9" creationId="{4174A8E7-2A78-2214-1408-B3DD6F4CB503}"/>
          </ac:spMkLst>
        </pc:spChg>
        <pc:spChg chg="add mod">
          <ac:chgData name="Mundhra, Mukunj" userId="1c2f3120-076c-4bbd-9e2e-035f943010bb" providerId="ADAL" clId="{F49740AB-4157-4968-91D3-3482E897651D}" dt="2026-04-14T09:49:53.511" v="982"/>
          <ac:spMkLst>
            <pc:docMk/>
            <pc:sldMk cId="2549491418" sldId="267"/>
            <ac:spMk id="10" creationId="{3FE0A4C6-925C-BA97-7D88-4DD2D993B0D5}"/>
          </ac:spMkLst>
        </pc:spChg>
        <pc:grpChg chg="add mod">
          <ac:chgData name="Mundhra, Mukunj" userId="1c2f3120-076c-4bbd-9e2e-035f943010bb" providerId="ADAL" clId="{F49740AB-4157-4968-91D3-3482E897651D}" dt="2026-04-14T09:49:53.511" v="981"/>
          <ac:grpSpMkLst>
            <pc:docMk/>
            <pc:sldMk cId="2549491418" sldId="267"/>
            <ac:grpSpMk id="11" creationId="{AA74A3A8-A6DA-4003-A45F-72EE9BC3087D}"/>
          </ac:grpSpMkLst>
        </pc:grpChg>
        <pc:grpChg chg="add mod">
          <ac:chgData name="Mundhra, Mukunj" userId="1c2f3120-076c-4bbd-9e2e-035f943010bb" providerId="ADAL" clId="{F49740AB-4157-4968-91D3-3482E897651D}" dt="2026-04-14T09:49:53.511" v="983"/>
          <ac:grpSpMkLst>
            <pc:docMk/>
            <pc:sldMk cId="2549491418" sldId="267"/>
            <ac:grpSpMk id="12" creationId="{EE17A7A6-29AD-587C-4C79-6E8401D195A4}"/>
          </ac:grpSpMkLst>
        </pc:grpChg>
        <pc:cxnChg chg="add mod ord">
          <ac:chgData name="Mundhra, Mukunj" userId="1c2f3120-076c-4bbd-9e2e-035f943010bb" providerId="ADAL" clId="{F49740AB-4157-4968-91D3-3482E897651D}" dt="2026-04-14T09:49:53.511" v="980"/>
          <ac:cxnSpMkLst>
            <pc:docMk/>
            <pc:sldMk cId="2549491418" sldId="267"/>
            <ac:cxnSpMk id="3" creationId="{ED57FBA8-39A2-C662-26B9-D9E41FCF773D}"/>
          </ac:cxnSpMkLst>
        </pc:cxnChg>
        <pc:cxnChg chg="add mod ord">
          <ac:chgData name="Mundhra, Mukunj" userId="1c2f3120-076c-4bbd-9e2e-035f943010bb" providerId="ADAL" clId="{F49740AB-4157-4968-91D3-3482E897651D}" dt="2026-04-14T09:49:53.511" v="982"/>
          <ac:cxnSpMkLst>
            <pc:docMk/>
            <pc:sldMk cId="2549491418" sldId="267"/>
            <ac:cxnSpMk id="4" creationId="{026F2FD1-85FC-95EC-94DB-636E63B4D7CF}"/>
          </ac:cxnSpMkLst>
        </pc:cxnChg>
        <pc:cxnChg chg="add mod ord">
          <ac:chgData name="Mundhra, Mukunj" userId="1c2f3120-076c-4bbd-9e2e-035f943010bb" providerId="ADAL" clId="{F49740AB-4157-4968-91D3-3482E897651D}" dt="2026-04-14T09:49:53.511" v="980"/>
          <ac:cxnSpMkLst>
            <pc:docMk/>
            <pc:sldMk cId="2549491418" sldId="267"/>
            <ac:cxnSpMk id="5" creationId="{D5296453-6B6D-AC57-2B26-8233DC0AC8AA}"/>
          </ac:cxnSpMkLst>
        </pc:cxnChg>
        <pc:cxnChg chg="add mod ord">
          <ac:chgData name="Mundhra, Mukunj" userId="1c2f3120-076c-4bbd-9e2e-035f943010bb" providerId="ADAL" clId="{F49740AB-4157-4968-91D3-3482E897651D}" dt="2026-04-14T09:49:53.511" v="982"/>
          <ac:cxnSpMkLst>
            <pc:docMk/>
            <pc:sldMk cId="2549491418" sldId="267"/>
            <ac:cxnSpMk id="6" creationId="{10B345E0-DD10-87B8-E395-3F990504D801}"/>
          </ac:cxnSpMkLst>
        </pc:cxnChg>
      </pc:sldChg>
      <pc:sldChg chg="addSp delSp modSp new del mod">
        <pc:chgData name="Mundhra, Mukunj" userId="1c2f3120-076c-4bbd-9e2e-035f943010bb" providerId="ADAL" clId="{F49740AB-4157-4968-91D3-3482E897651D}" dt="2026-04-16T10:15:24.729" v="1856" actId="2696"/>
        <pc:sldMkLst>
          <pc:docMk/>
          <pc:sldMk cId="3926074878" sldId="268"/>
        </pc:sldMkLst>
      </pc:sldChg>
      <pc:sldChg chg="addSp delSp modSp add mod">
        <pc:chgData name="Mundhra, Mukunj" userId="1c2f3120-076c-4bbd-9e2e-035f943010bb" providerId="ADAL" clId="{F49740AB-4157-4968-91D3-3482E897651D}" dt="2026-04-16T11:32:44.092" v="13645"/>
        <pc:sldMkLst>
          <pc:docMk/>
          <pc:sldMk cId="3985198609" sldId="388"/>
        </pc:sldMkLst>
        <pc:spChg chg="mod ord">
          <ac:chgData name="Mundhra, Mukunj" userId="1c2f3120-076c-4bbd-9e2e-035f943010bb" providerId="ADAL" clId="{F49740AB-4157-4968-91D3-3482E897651D}" dt="2026-04-16T11:32:27.205" v="13568"/>
          <ac:spMkLst>
            <pc:docMk/>
            <pc:sldMk cId="3985198609" sldId="388"/>
            <ac:spMk id="2" creationId="{A2C02B93-08B1-D66C-C7FD-0B9FC0555A4D}"/>
          </ac:spMkLst>
        </pc:spChg>
        <pc:spChg chg="mod ord">
          <ac:chgData name="Mundhra, Mukunj" userId="1c2f3120-076c-4bbd-9e2e-035f943010bb" providerId="ADAL" clId="{F49740AB-4157-4968-91D3-3482E897651D}" dt="2026-04-16T11:32:27.205" v="13582"/>
          <ac:spMkLst>
            <pc:docMk/>
            <pc:sldMk cId="3985198609" sldId="388"/>
            <ac:spMk id="3" creationId="{FB37B71D-DAF2-06DB-7D7A-C8695C4C8D32}"/>
          </ac:spMkLst>
        </pc:spChg>
        <pc:spChg chg="add del mod">
          <ac:chgData name="Mundhra, Mukunj" userId="1c2f3120-076c-4bbd-9e2e-035f943010bb" providerId="ADAL" clId="{F49740AB-4157-4968-91D3-3482E897651D}" dt="2026-04-16T10:55:33.410" v="6419"/>
          <ac:spMkLst>
            <pc:docMk/>
            <pc:sldMk cId="3985198609" sldId="388"/>
            <ac:spMk id="4" creationId="{533491D4-2B87-9FF2-6A5E-5C41F8177466}"/>
          </ac:spMkLst>
        </pc:spChg>
        <pc:spChg chg="add del mod">
          <ac:chgData name="Mundhra, Mukunj" userId="1c2f3120-076c-4bbd-9e2e-035f943010bb" providerId="ADAL" clId="{F49740AB-4157-4968-91D3-3482E897651D}" dt="2026-04-16T10:55:33.410" v="6418"/>
          <ac:spMkLst>
            <pc:docMk/>
            <pc:sldMk cId="3985198609" sldId="388"/>
            <ac:spMk id="6" creationId="{ACAE3DD2-B5E2-98BC-D7BD-CC1F614D13BF}"/>
          </ac:spMkLst>
        </pc:spChg>
        <pc:spChg chg="mod">
          <ac:chgData name="Mundhra, Mukunj" userId="1c2f3120-076c-4bbd-9e2e-035f943010bb" providerId="ADAL" clId="{F49740AB-4157-4968-91D3-3482E897651D}" dt="2026-04-16T11:32:27.205" v="13579"/>
          <ac:spMkLst>
            <pc:docMk/>
            <pc:sldMk cId="3985198609" sldId="388"/>
            <ac:spMk id="7" creationId="{6336D609-40E8-3AF5-C37B-7CA4B31BCA43}"/>
          </ac:spMkLst>
        </pc:spChg>
        <pc:spChg chg="mod">
          <ac:chgData name="Mundhra, Mukunj" userId="1c2f3120-076c-4bbd-9e2e-035f943010bb" providerId="ADAL" clId="{F49740AB-4157-4968-91D3-3482E897651D}" dt="2026-04-16T11:32:38.049" v="13634"/>
          <ac:spMkLst>
            <pc:docMk/>
            <pc:sldMk cId="3985198609" sldId="388"/>
            <ac:spMk id="8" creationId="{478EAD9C-1E53-FC8C-1575-8241E50977B6}"/>
          </ac:spMkLst>
        </pc:spChg>
        <pc:spChg chg="del mod">
          <ac:chgData name="Mundhra, Mukunj" userId="1c2f3120-076c-4bbd-9e2e-035f943010bb" providerId="ADAL" clId="{F49740AB-4157-4968-91D3-3482E897651D}" dt="2026-04-16T10:46:13.389" v="2662"/>
          <ac:spMkLst>
            <pc:docMk/>
            <pc:sldMk cId="3985198609" sldId="388"/>
            <ac:spMk id="9" creationId="{74391CFF-9B9C-CB45-045D-7CA7EB95532C}"/>
          </ac:spMkLst>
        </pc:spChg>
        <pc:spChg chg="del mod">
          <ac:chgData name="Mundhra, Mukunj" userId="1c2f3120-076c-4bbd-9e2e-035f943010bb" providerId="ADAL" clId="{F49740AB-4157-4968-91D3-3482E897651D}" dt="2026-04-16T10:46:13.387" v="2661"/>
          <ac:spMkLst>
            <pc:docMk/>
            <pc:sldMk cId="3985198609" sldId="388"/>
            <ac:spMk id="10" creationId="{21F72E75-43F8-D57C-C9D3-66D6F1F7BA41}"/>
          </ac:spMkLst>
        </pc:spChg>
        <pc:spChg chg="del mod">
          <ac:chgData name="Mundhra, Mukunj" userId="1c2f3120-076c-4bbd-9e2e-035f943010bb" providerId="ADAL" clId="{F49740AB-4157-4968-91D3-3482E897651D}" dt="2026-04-16T10:46:13.382" v="2660"/>
          <ac:spMkLst>
            <pc:docMk/>
            <pc:sldMk cId="3985198609" sldId="388"/>
            <ac:spMk id="11" creationId="{B55CFEF1-6DFA-2432-9446-1C54718A0E9C}"/>
          </ac:spMkLst>
        </pc:spChg>
        <pc:spChg chg="mod">
          <ac:chgData name="Mundhra, Mukunj" userId="1c2f3120-076c-4bbd-9e2e-035f943010bb" providerId="ADAL" clId="{F49740AB-4157-4968-91D3-3482E897651D}" dt="2026-04-16T11:32:27.205" v="13573"/>
          <ac:spMkLst>
            <pc:docMk/>
            <pc:sldMk cId="3985198609" sldId="388"/>
            <ac:spMk id="12" creationId="{E4DB350F-A420-6E22-A127-46D4ACEE50BE}"/>
          </ac:spMkLst>
        </pc:spChg>
        <pc:spChg chg="add mod">
          <ac:chgData name="Mundhra, Mukunj" userId="1c2f3120-076c-4bbd-9e2e-035f943010bb" providerId="ADAL" clId="{F49740AB-4157-4968-91D3-3482E897651D}" dt="2026-04-16T10:18:19.936" v="2232"/>
          <ac:spMkLst>
            <pc:docMk/>
            <pc:sldMk cId="3985198609" sldId="388"/>
            <ac:spMk id="13" creationId="{6C51A1FE-0939-1D56-46D9-DD87E1B4C1CE}"/>
          </ac:spMkLst>
        </pc:spChg>
        <pc:spChg chg="add del mod modVis">
          <ac:chgData name="Mundhra, Mukunj" userId="1c2f3120-076c-4bbd-9e2e-035f943010bb" providerId="ADAL" clId="{F49740AB-4157-4968-91D3-3482E897651D}" dt="2026-04-16T10:18:19.936" v="2232"/>
          <ac:spMkLst>
            <pc:docMk/>
            <pc:sldMk cId="3985198609" sldId="388"/>
            <ac:spMk id="14" creationId="{8F583F7F-8FD3-CAF4-BABE-302CD1B905DD}"/>
          </ac:spMkLst>
        </pc:spChg>
        <pc:spChg chg="add mod">
          <ac:chgData name="Mundhra, Mukunj" userId="1c2f3120-076c-4bbd-9e2e-035f943010bb" providerId="ADAL" clId="{F49740AB-4157-4968-91D3-3482E897651D}" dt="2026-04-16T10:18:19.936" v="2232"/>
          <ac:spMkLst>
            <pc:docMk/>
            <pc:sldMk cId="3985198609" sldId="388"/>
            <ac:spMk id="16" creationId="{308BF561-8C44-13A9-BAAA-173167A40584}"/>
          </ac:spMkLst>
        </pc:spChg>
        <pc:spChg chg="add del mod modVis">
          <ac:chgData name="Mundhra, Mukunj" userId="1c2f3120-076c-4bbd-9e2e-035f943010bb" providerId="ADAL" clId="{F49740AB-4157-4968-91D3-3482E897651D}" dt="2026-04-16T10:19:10.416" v="2509"/>
          <ac:spMkLst>
            <pc:docMk/>
            <pc:sldMk cId="3985198609" sldId="388"/>
            <ac:spMk id="20" creationId="{7DDB5EE4-9398-FAD2-DDDB-F5D050B08695}"/>
          </ac:spMkLst>
        </pc:spChg>
        <pc:spChg chg="add mod">
          <ac:chgData name="Mundhra, Mukunj" userId="1c2f3120-076c-4bbd-9e2e-035f943010bb" providerId="ADAL" clId="{F49740AB-4157-4968-91D3-3482E897651D}" dt="2026-04-16T10:19:10.416" v="2509"/>
          <ac:spMkLst>
            <pc:docMk/>
            <pc:sldMk cId="3985198609" sldId="388"/>
            <ac:spMk id="21" creationId="{E274AAA1-A173-47DC-FD3E-7E4478048C70}"/>
          </ac:spMkLst>
        </pc:spChg>
        <pc:spChg chg="add mod">
          <ac:chgData name="Mundhra, Mukunj" userId="1c2f3120-076c-4bbd-9e2e-035f943010bb" providerId="ADAL" clId="{F49740AB-4157-4968-91D3-3482E897651D}" dt="2026-04-16T10:19:10.416" v="2509"/>
          <ac:spMkLst>
            <pc:docMk/>
            <pc:sldMk cId="3985198609" sldId="388"/>
            <ac:spMk id="22" creationId="{B6C8E1B9-1C94-6D3B-9917-13201CDBC1D4}"/>
          </ac:spMkLst>
        </pc:spChg>
        <pc:spChg chg="add del mod modVis">
          <ac:chgData name="Mundhra, Mukunj" userId="1c2f3120-076c-4bbd-9e2e-035f943010bb" providerId="ADAL" clId="{F49740AB-4157-4968-91D3-3482E897651D}" dt="2026-04-16T10:19:27.320" v="2657"/>
          <ac:spMkLst>
            <pc:docMk/>
            <pc:sldMk cId="3985198609" sldId="388"/>
            <ac:spMk id="25" creationId="{F5B673C7-2506-4913-B702-A62F2693C152}"/>
          </ac:spMkLst>
        </pc:spChg>
        <pc:spChg chg="add mod">
          <ac:chgData name="Mundhra, Mukunj" userId="1c2f3120-076c-4bbd-9e2e-035f943010bb" providerId="ADAL" clId="{F49740AB-4157-4968-91D3-3482E897651D}" dt="2026-04-16T11:32:43.996" v="13637"/>
          <ac:spMkLst>
            <pc:docMk/>
            <pc:sldMk cId="3985198609" sldId="388"/>
            <ac:spMk id="27" creationId="{C416517B-B24A-CE6E-2149-021C5AEE3ED2}"/>
          </ac:spMkLst>
        </pc:spChg>
        <pc:spChg chg="add del mod modVis">
          <ac:chgData name="Mundhra, Mukunj" userId="1c2f3120-076c-4bbd-9e2e-035f943010bb" providerId="ADAL" clId="{F49740AB-4157-4968-91D3-3482E897651D}" dt="2026-04-16T10:46:15.480" v="2813"/>
          <ac:spMkLst>
            <pc:docMk/>
            <pc:sldMk cId="3985198609" sldId="388"/>
            <ac:spMk id="28" creationId="{9948AC31-0A96-A633-0144-C63B311BA589}"/>
          </ac:spMkLst>
        </pc:spChg>
        <pc:spChg chg="add del mod">
          <ac:chgData name="Mundhra, Mukunj" userId="1c2f3120-076c-4bbd-9e2e-035f943010bb" providerId="ADAL" clId="{F49740AB-4157-4968-91D3-3482E897651D}" dt="2026-04-16T10:50:48.526" v="5090"/>
          <ac:spMkLst>
            <pc:docMk/>
            <pc:sldMk cId="3985198609" sldId="388"/>
            <ac:spMk id="30" creationId="{1EAFC196-6631-1006-E168-AE16B5BCD88B}"/>
          </ac:spMkLst>
        </pc:spChg>
        <pc:spChg chg="add del mod modVis">
          <ac:chgData name="Mundhra, Mukunj" userId="1c2f3120-076c-4bbd-9e2e-035f943010bb" providerId="ADAL" clId="{F49740AB-4157-4968-91D3-3482E897651D}" dt="2026-04-16T10:46:19.012" v="2876"/>
          <ac:spMkLst>
            <pc:docMk/>
            <pc:sldMk cId="3985198609" sldId="388"/>
            <ac:spMk id="31" creationId="{00447481-25A7-8D84-26F1-1862CDF73730}"/>
          </ac:spMkLst>
        </pc:spChg>
        <pc:spChg chg="add mod">
          <ac:chgData name="Mundhra, Mukunj" userId="1c2f3120-076c-4bbd-9e2e-035f943010bb" providerId="ADAL" clId="{F49740AB-4157-4968-91D3-3482E897651D}" dt="2026-04-16T11:32:43.999" v="13638"/>
          <ac:spMkLst>
            <pc:docMk/>
            <pc:sldMk cId="3985198609" sldId="388"/>
            <ac:spMk id="32" creationId="{354A0F5D-DCC1-755B-468B-7F07C0B492D0}"/>
          </ac:spMkLst>
        </pc:spChg>
        <pc:spChg chg="add del mod modVis">
          <ac:chgData name="Mundhra, Mukunj" userId="1c2f3120-076c-4bbd-9e2e-035f943010bb" providerId="ADAL" clId="{F49740AB-4157-4968-91D3-3482E897651D}" dt="2026-04-16T10:46:35.791" v="2948"/>
          <ac:spMkLst>
            <pc:docMk/>
            <pc:sldMk cId="3985198609" sldId="388"/>
            <ac:spMk id="33" creationId="{5504F119-BFC7-E376-05AC-9FD280B25798}"/>
          </ac:spMkLst>
        </pc:spChg>
        <pc:spChg chg="add del mod">
          <ac:chgData name="Mundhra, Mukunj" userId="1c2f3120-076c-4bbd-9e2e-035f943010bb" providerId="ADAL" clId="{F49740AB-4157-4968-91D3-3482E897651D}" dt="2026-04-16T11:30:58.455" v="12590"/>
          <ac:spMkLst>
            <pc:docMk/>
            <pc:sldMk cId="3985198609" sldId="388"/>
            <ac:spMk id="34" creationId="{E79856BC-F6DA-0EE7-66B8-DC659D5E3675}"/>
          </ac:spMkLst>
        </pc:spChg>
        <pc:spChg chg="del mod">
          <ac:chgData name="Mundhra, Mukunj" userId="1c2f3120-076c-4bbd-9e2e-035f943010bb" providerId="ADAL" clId="{F49740AB-4157-4968-91D3-3482E897651D}" dt="2026-04-16T10:47:44.332" v="3580"/>
          <ac:spMkLst>
            <pc:docMk/>
            <pc:sldMk cId="3985198609" sldId="388"/>
            <ac:spMk id="36" creationId="{1E7AB975-C8B2-03F2-AAF5-AF460B525D0E}"/>
          </ac:spMkLst>
        </pc:spChg>
        <pc:spChg chg="add del mod modVis">
          <ac:chgData name="Mundhra, Mukunj" userId="1c2f3120-076c-4bbd-9e2e-035f943010bb" providerId="ADAL" clId="{F49740AB-4157-4968-91D3-3482E897651D}" dt="2026-04-16T10:46:42.726" v="3029"/>
          <ac:spMkLst>
            <pc:docMk/>
            <pc:sldMk cId="3985198609" sldId="388"/>
            <ac:spMk id="52" creationId="{37A688FE-8B0D-E700-8366-99217522A19C}"/>
          </ac:spMkLst>
        </pc:spChg>
        <pc:spChg chg="del mod">
          <ac:chgData name="Mundhra, Mukunj" userId="1c2f3120-076c-4bbd-9e2e-035f943010bb" providerId="ADAL" clId="{F49740AB-4157-4968-91D3-3482E897651D}" dt="2026-04-16T10:47:44.316" v="3579"/>
          <ac:spMkLst>
            <pc:docMk/>
            <pc:sldMk cId="3985198609" sldId="388"/>
            <ac:spMk id="55" creationId="{12A1F42E-566A-F90E-56D7-F2B3044E5D98}"/>
          </ac:spMkLst>
        </pc:spChg>
        <pc:spChg chg="del mod">
          <ac:chgData name="Mundhra, Mukunj" userId="1c2f3120-076c-4bbd-9e2e-035f943010bb" providerId="ADAL" clId="{F49740AB-4157-4968-91D3-3482E897651D}" dt="2026-04-16T10:47:44.316" v="3578"/>
          <ac:spMkLst>
            <pc:docMk/>
            <pc:sldMk cId="3985198609" sldId="388"/>
            <ac:spMk id="56" creationId="{D7EB28BA-823D-2DC0-2ECB-0B9E858AA415}"/>
          </ac:spMkLst>
        </pc:spChg>
        <pc:spChg chg="add del mod">
          <ac:chgData name="Mundhra, Mukunj" userId="1c2f3120-076c-4bbd-9e2e-035f943010bb" providerId="ADAL" clId="{F49740AB-4157-4968-91D3-3482E897651D}" dt="2026-04-16T10:50:44.543" v="4894"/>
          <ac:spMkLst>
            <pc:docMk/>
            <pc:sldMk cId="3985198609" sldId="388"/>
            <ac:spMk id="57" creationId="{D0D2608B-6CBC-72E2-9A6B-F04A5F19DE35}"/>
          </ac:spMkLst>
        </pc:spChg>
        <pc:spChg chg="add del mod modVis">
          <ac:chgData name="Mundhra, Mukunj" userId="1c2f3120-076c-4bbd-9e2e-035f943010bb" providerId="ADAL" clId="{F49740AB-4157-4968-91D3-3482E897651D}" dt="2026-04-16T10:46:48.034" v="3139"/>
          <ac:spMkLst>
            <pc:docMk/>
            <pc:sldMk cId="3985198609" sldId="388"/>
            <ac:spMk id="58" creationId="{3DE3AA72-F6ED-A4BF-013E-969B3529FD7A}"/>
          </ac:spMkLst>
        </pc:spChg>
        <pc:spChg chg="add del mod modVis">
          <ac:chgData name="Mundhra, Mukunj" userId="1c2f3120-076c-4bbd-9e2e-035f943010bb" providerId="ADAL" clId="{F49740AB-4157-4968-91D3-3482E897651D}" dt="2026-04-16T10:46:57.093" v="3228"/>
          <ac:spMkLst>
            <pc:docMk/>
            <pc:sldMk cId="3985198609" sldId="388"/>
            <ac:spMk id="60" creationId="{77D83147-4E9F-4D8F-21AE-A0976AEAFD80}"/>
          </ac:spMkLst>
        </pc:spChg>
        <pc:spChg chg="add del mod modVis">
          <ac:chgData name="Mundhra, Mukunj" userId="1c2f3120-076c-4bbd-9e2e-035f943010bb" providerId="ADAL" clId="{F49740AB-4157-4968-91D3-3482E897651D}" dt="2026-04-16T10:47:02.043" v="3268"/>
          <ac:spMkLst>
            <pc:docMk/>
            <pc:sldMk cId="3985198609" sldId="388"/>
            <ac:spMk id="62" creationId="{59B8B9B2-A7F6-B8AC-BDE7-3B7BFED7FB87}"/>
          </ac:spMkLst>
        </pc:spChg>
        <pc:spChg chg="add del mod">
          <ac:chgData name="Mundhra, Mukunj" userId="1c2f3120-076c-4bbd-9e2e-035f943010bb" providerId="ADAL" clId="{F49740AB-4157-4968-91D3-3482E897651D}" dt="2026-04-16T10:55:33.409" v="6416"/>
          <ac:spMkLst>
            <pc:docMk/>
            <pc:sldMk cId="3985198609" sldId="388"/>
            <ac:spMk id="63" creationId="{A443E86D-0E29-64D8-B1CB-990713C782CB}"/>
          </ac:spMkLst>
        </pc:spChg>
        <pc:spChg chg="add del mod modVis">
          <ac:chgData name="Mundhra, Mukunj" userId="1c2f3120-076c-4bbd-9e2e-035f943010bb" providerId="ADAL" clId="{F49740AB-4157-4968-91D3-3482E897651D}" dt="2026-04-16T10:47:12.255" v="3348"/>
          <ac:spMkLst>
            <pc:docMk/>
            <pc:sldMk cId="3985198609" sldId="388"/>
            <ac:spMk id="64" creationId="{D59B2C4A-3DBF-D14A-0A41-BE0306756559}"/>
          </ac:spMkLst>
        </pc:spChg>
        <pc:spChg chg="add del mod">
          <ac:chgData name="Mundhra, Mukunj" userId="1c2f3120-076c-4bbd-9e2e-035f943010bb" providerId="ADAL" clId="{F49740AB-4157-4968-91D3-3482E897651D}" dt="2026-04-16T10:55:33.409" v="6417"/>
          <ac:spMkLst>
            <pc:docMk/>
            <pc:sldMk cId="3985198609" sldId="388"/>
            <ac:spMk id="66" creationId="{C980F376-2DE6-C1A8-77D9-C1E2543D05B5}"/>
          </ac:spMkLst>
        </pc:spChg>
        <pc:spChg chg="add del mod modVis">
          <ac:chgData name="Mundhra, Mukunj" userId="1c2f3120-076c-4bbd-9e2e-035f943010bb" providerId="ADAL" clId="{F49740AB-4157-4968-91D3-3482E897651D}" dt="2026-04-16T10:47:23.503" v="3485"/>
          <ac:spMkLst>
            <pc:docMk/>
            <pc:sldMk cId="3985198609" sldId="388"/>
            <ac:spMk id="67" creationId="{8D38BD1C-A92C-86CB-D6CC-15079486BD5B}"/>
          </ac:spMkLst>
        </pc:spChg>
        <pc:spChg chg="add del mod modVis">
          <ac:chgData name="Mundhra, Mukunj" userId="1c2f3120-076c-4bbd-9e2e-035f943010bb" providerId="ADAL" clId="{F49740AB-4157-4968-91D3-3482E897651D}" dt="2026-04-16T10:47:46.807" v="3957"/>
          <ac:spMkLst>
            <pc:docMk/>
            <pc:sldMk cId="3985198609" sldId="388"/>
            <ac:spMk id="72" creationId="{5D1558FE-A871-0C68-ED15-FB2A42F50EA5}"/>
          </ac:spMkLst>
        </pc:spChg>
        <pc:spChg chg="add del mod">
          <ac:chgData name="Mundhra, Mukunj" userId="1c2f3120-076c-4bbd-9e2e-035f943010bb" providerId="ADAL" clId="{F49740AB-4157-4968-91D3-3482E897651D}" dt="2026-04-16T10:56:52.608" v="7830"/>
          <ac:spMkLst>
            <pc:docMk/>
            <pc:sldMk cId="3985198609" sldId="388"/>
            <ac:spMk id="73" creationId="{0F3CD004-1D6D-1560-098C-A97DB27E183B}"/>
          </ac:spMkLst>
        </pc:spChg>
        <pc:spChg chg="add del mod">
          <ac:chgData name="Mundhra, Mukunj" userId="1c2f3120-076c-4bbd-9e2e-035f943010bb" providerId="ADAL" clId="{F49740AB-4157-4968-91D3-3482E897651D}" dt="2026-04-16T10:56:52.608" v="7829"/>
          <ac:spMkLst>
            <pc:docMk/>
            <pc:sldMk cId="3985198609" sldId="388"/>
            <ac:spMk id="74" creationId="{417DC56D-D1C5-B4C8-1F00-490A3226A26C}"/>
          </ac:spMkLst>
        </pc:spChg>
        <pc:spChg chg="add del mod">
          <ac:chgData name="Mundhra, Mukunj" userId="1c2f3120-076c-4bbd-9e2e-035f943010bb" providerId="ADAL" clId="{F49740AB-4157-4968-91D3-3482E897651D}" dt="2026-04-16T10:56:52.608" v="7828"/>
          <ac:spMkLst>
            <pc:docMk/>
            <pc:sldMk cId="3985198609" sldId="388"/>
            <ac:spMk id="75" creationId="{7151B817-1FA8-887A-3455-36676A31E80A}"/>
          </ac:spMkLst>
        </pc:spChg>
        <pc:spChg chg="add del mod">
          <ac:chgData name="Mundhra, Mukunj" userId="1c2f3120-076c-4bbd-9e2e-035f943010bb" providerId="ADAL" clId="{F49740AB-4157-4968-91D3-3482E897651D}" dt="2026-04-16T10:56:52.608" v="7827"/>
          <ac:spMkLst>
            <pc:docMk/>
            <pc:sldMk cId="3985198609" sldId="388"/>
            <ac:spMk id="76" creationId="{3404F9FF-3481-622E-A979-BA0956C7895A}"/>
          </ac:spMkLst>
        </pc:spChg>
        <pc:spChg chg="add del mod">
          <ac:chgData name="Mundhra, Mukunj" userId="1c2f3120-076c-4bbd-9e2e-035f943010bb" providerId="ADAL" clId="{F49740AB-4157-4968-91D3-3482E897651D}" dt="2026-04-16T10:56:52.608" v="7826"/>
          <ac:spMkLst>
            <pc:docMk/>
            <pc:sldMk cId="3985198609" sldId="388"/>
            <ac:spMk id="77" creationId="{7B09BE5F-E81A-D334-2D43-CED25E955484}"/>
          </ac:spMkLst>
        </pc:spChg>
        <pc:spChg chg="add del mod modVis">
          <ac:chgData name="Mundhra, Mukunj" userId="1c2f3120-076c-4bbd-9e2e-035f943010bb" providerId="ADAL" clId="{F49740AB-4157-4968-91D3-3482E897651D}" dt="2026-04-16T10:49:02.092" v="4447"/>
          <ac:spMkLst>
            <pc:docMk/>
            <pc:sldMk cId="3985198609" sldId="388"/>
            <ac:spMk id="89" creationId="{D8ECAEB3-41CF-17F8-0141-20B57BC587AC}"/>
          </ac:spMkLst>
        </pc:spChg>
        <pc:spChg chg="add del mod">
          <ac:chgData name="Mundhra, Mukunj" userId="1c2f3120-076c-4bbd-9e2e-035f943010bb" providerId="ADAL" clId="{F49740AB-4157-4968-91D3-3482E897651D}" dt="2026-04-16T11:30:55.149" v="12454"/>
          <ac:spMkLst>
            <pc:docMk/>
            <pc:sldMk cId="3985198609" sldId="388"/>
            <ac:spMk id="105" creationId="{F211C274-60F8-84C1-DC62-803533655CF7}"/>
          </ac:spMkLst>
        </pc:spChg>
        <pc:spChg chg="add del mod modVis">
          <ac:chgData name="Mundhra, Mukunj" userId="1c2f3120-076c-4bbd-9e2e-035f943010bb" providerId="ADAL" clId="{F49740AB-4157-4968-91D3-3482E897651D}" dt="2026-04-16T10:50:49.889" v="5217"/>
          <ac:spMkLst>
            <pc:docMk/>
            <pc:sldMk cId="3985198609" sldId="388"/>
            <ac:spMk id="106" creationId="{58E855E6-C3FA-E9D7-8978-8C1D125E7B90}"/>
          </ac:spMkLst>
        </pc:spChg>
        <pc:spChg chg="add mod">
          <ac:chgData name="Mundhra, Mukunj" userId="1c2f3120-076c-4bbd-9e2e-035f943010bb" providerId="ADAL" clId="{F49740AB-4157-4968-91D3-3482E897651D}" dt="2026-04-16T11:32:43.999" v="13639"/>
          <ac:spMkLst>
            <pc:docMk/>
            <pc:sldMk cId="3985198609" sldId="388"/>
            <ac:spMk id="108" creationId="{02A3BC78-9CD4-127B-05A6-4EC925AD40E9}"/>
          </ac:spMkLst>
        </pc:spChg>
        <pc:spChg chg="add del mod modVis">
          <ac:chgData name="Mundhra, Mukunj" userId="1c2f3120-076c-4bbd-9e2e-035f943010bb" providerId="ADAL" clId="{F49740AB-4157-4968-91D3-3482E897651D}" dt="2026-04-16T10:50:53.842" v="5340"/>
          <ac:spMkLst>
            <pc:docMk/>
            <pc:sldMk cId="3985198609" sldId="388"/>
            <ac:spMk id="109" creationId="{89DE6AA7-3A89-72D2-E4B0-03BC6719F24D}"/>
          </ac:spMkLst>
        </pc:spChg>
        <pc:spChg chg="add mod">
          <ac:chgData name="Mundhra, Mukunj" userId="1c2f3120-076c-4bbd-9e2e-035f943010bb" providerId="ADAL" clId="{F49740AB-4157-4968-91D3-3482E897651D}" dt="2026-04-16T11:32:27.205" v="13594"/>
          <ac:spMkLst>
            <pc:docMk/>
            <pc:sldMk cId="3985198609" sldId="388"/>
            <ac:spMk id="132" creationId="{7839C2C4-3FA1-F726-43C8-96CA77448281}"/>
          </ac:spMkLst>
        </pc:spChg>
        <pc:spChg chg="add del mod modVis">
          <ac:chgData name="Mundhra, Mukunj" userId="1c2f3120-076c-4bbd-9e2e-035f943010bb" providerId="ADAL" clId="{F49740AB-4157-4968-91D3-3482E897651D}" dt="2026-04-16T10:55:35.312" v="6788"/>
          <ac:spMkLst>
            <pc:docMk/>
            <pc:sldMk cId="3985198609" sldId="388"/>
            <ac:spMk id="133" creationId="{6CF5669A-FD42-6652-588E-6E8B61051FB8}"/>
          </ac:spMkLst>
        </pc:spChg>
        <pc:spChg chg="add mod">
          <ac:chgData name="Mundhra, Mukunj" userId="1c2f3120-076c-4bbd-9e2e-035f943010bb" providerId="ADAL" clId="{F49740AB-4157-4968-91D3-3482E897651D}" dt="2026-04-16T11:32:27.205" v="13595"/>
          <ac:spMkLst>
            <pc:docMk/>
            <pc:sldMk cId="3985198609" sldId="388"/>
            <ac:spMk id="134" creationId="{BE382766-1971-591C-FE19-75158FDB7D45}"/>
          </ac:spMkLst>
        </pc:spChg>
        <pc:spChg chg="add mod">
          <ac:chgData name="Mundhra, Mukunj" userId="1c2f3120-076c-4bbd-9e2e-035f943010bb" providerId="ADAL" clId="{F49740AB-4157-4968-91D3-3482E897651D}" dt="2026-04-16T11:32:27.205" v="13596"/>
          <ac:spMkLst>
            <pc:docMk/>
            <pc:sldMk cId="3985198609" sldId="388"/>
            <ac:spMk id="135" creationId="{AFE72B15-1294-3830-0494-4738E0D4F525}"/>
          </ac:spMkLst>
        </pc:spChg>
        <pc:spChg chg="add mod">
          <ac:chgData name="Mundhra, Mukunj" userId="1c2f3120-076c-4bbd-9e2e-035f943010bb" providerId="ADAL" clId="{F49740AB-4157-4968-91D3-3482E897651D}" dt="2026-04-16T11:32:27.205" v="13597"/>
          <ac:spMkLst>
            <pc:docMk/>
            <pc:sldMk cId="3985198609" sldId="388"/>
            <ac:spMk id="136" creationId="{05CE95FB-5A5C-1782-8DF7-F077443E6C80}"/>
          </ac:spMkLst>
        </pc:spChg>
        <pc:spChg chg="add del mod modVis">
          <ac:chgData name="Mundhra, Mukunj" userId="1c2f3120-076c-4bbd-9e2e-035f943010bb" providerId="ADAL" clId="{F49740AB-4157-4968-91D3-3482E897651D}" dt="2026-04-16T10:56:10.373" v="7419"/>
          <ac:spMkLst>
            <pc:docMk/>
            <pc:sldMk cId="3985198609" sldId="388"/>
            <ac:spMk id="144" creationId="{5EA3CF8D-19A1-E617-E0C3-35491333717D}"/>
          </ac:spMkLst>
        </pc:spChg>
        <pc:spChg chg="add del mod modVis">
          <ac:chgData name="Mundhra, Mukunj" userId="1c2f3120-076c-4bbd-9e2e-035f943010bb" providerId="ADAL" clId="{F49740AB-4157-4968-91D3-3482E897651D}" dt="2026-04-16T10:56:54.153" v="8217"/>
          <ac:spMkLst>
            <pc:docMk/>
            <pc:sldMk cId="3985198609" sldId="388"/>
            <ac:spMk id="149" creationId="{3010DBCE-C471-8E6C-0512-2A7D7E0A6C8C}"/>
          </ac:spMkLst>
        </pc:spChg>
        <pc:spChg chg="add del mod">
          <ac:chgData name="Mundhra, Mukunj" userId="1c2f3120-076c-4bbd-9e2e-035f943010bb" providerId="ADAL" clId="{F49740AB-4157-4968-91D3-3482E897651D}" dt="2026-04-16T10:56:56.837" v="8250"/>
          <ac:spMkLst>
            <pc:docMk/>
            <pc:sldMk cId="3985198609" sldId="388"/>
            <ac:spMk id="150" creationId="{9F01AA3D-9279-DD65-6CBB-FAE8E1DAEA0A}"/>
          </ac:spMkLst>
        </pc:spChg>
        <pc:spChg chg="add del mod">
          <ac:chgData name="Mundhra, Mukunj" userId="1c2f3120-076c-4bbd-9e2e-035f943010bb" providerId="ADAL" clId="{F49740AB-4157-4968-91D3-3482E897651D}" dt="2026-04-16T10:56:56.837" v="8249"/>
          <ac:spMkLst>
            <pc:docMk/>
            <pc:sldMk cId="3985198609" sldId="388"/>
            <ac:spMk id="151" creationId="{150F5086-B2F4-9C2C-9CE0-9334544A32FD}"/>
          </ac:spMkLst>
        </pc:spChg>
        <pc:spChg chg="add del mod">
          <ac:chgData name="Mundhra, Mukunj" userId="1c2f3120-076c-4bbd-9e2e-035f943010bb" providerId="ADAL" clId="{F49740AB-4157-4968-91D3-3482E897651D}" dt="2026-04-16T10:56:56.837" v="8248"/>
          <ac:spMkLst>
            <pc:docMk/>
            <pc:sldMk cId="3985198609" sldId="388"/>
            <ac:spMk id="152" creationId="{02869A3B-B98E-E64E-8DCE-6FCA5817EB66}"/>
          </ac:spMkLst>
        </pc:spChg>
        <pc:spChg chg="add del mod">
          <ac:chgData name="Mundhra, Mukunj" userId="1c2f3120-076c-4bbd-9e2e-035f943010bb" providerId="ADAL" clId="{F49740AB-4157-4968-91D3-3482E897651D}" dt="2026-04-16T10:56:56.837" v="8247"/>
          <ac:spMkLst>
            <pc:docMk/>
            <pc:sldMk cId="3985198609" sldId="388"/>
            <ac:spMk id="153" creationId="{2610E189-5208-9D6E-850B-3A3D5A73C981}"/>
          </ac:spMkLst>
        </pc:spChg>
        <pc:spChg chg="add del mod">
          <ac:chgData name="Mundhra, Mukunj" userId="1c2f3120-076c-4bbd-9e2e-035f943010bb" providerId="ADAL" clId="{F49740AB-4157-4968-91D3-3482E897651D}" dt="2026-04-16T10:56:56.837" v="8246"/>
          <ac:spMkLst>
            <pc:docMk/>
            <pc:sldMk cId="3985198609" sldId="388"/>
            <ac:spMk id="154" creationId="{0587BC3B-66F4-A3BE-E984-3A3FA1691E64}"/>
          </ac:spMkLst>
        </pc:spChg>
        <pc:spChg chg="add del mod ord">
          <ac:chgData name="Mundhra, Mukunj" userId="1c2f3120-076c-4bbd-9e2e-035f943010bb" providerId="ADAL" clId="{F49740AB-4157-4968-91D3-3482E897651D}" dt="2026-04-16T10:57:40.035" v="11471"/>
          <ac:spMkLst>
            <pc:docMk/>
            <pc:sldMk cId="3985198609" sldId="388"/>
            <ac:spMk id="156" creationId="{1FB0E8B9-584F-3D17-AC89-FE617844E5B0}"/>
          </ac:spMkLst>
        </pc:spChg>
        <pc:spChg chg="add del mod ord">
          <ac:chgData name="Mundhra, Mukunj" userId="1c2f3120-076c-4bbd-9e2e-035f943010bb" providerId="ADAL" clId="{F49740AB-4157-4968-91D3-3482E897651D}" dt="2026-04-16T10:57:40.067" v="11495"/>
          <ac:spMkLst>
            <pc:docMk/>
            <pc:sldMk cId="3985198609" sldId="388"/>
            <ac:spMk id="157" creationId="{A1F2ECF0-7D75-BF38-0A75-317465EB5B77}"/>
          </ac:spMkLst>
        </pc:spChg>
        <pc:spChg chg="add del mod ord">
          <ac:chgData name="Mundhra, Mukunj" userId="1c2f3120-076c-4bbd-9e2e-035f943010bb" providerId="ADAL" clId="{F49740AB-4157-4968-91D3-3482E897651D}" dt="2026-04-16T10:57:40.082" v="11519"/>
          <ac:spMkLst>
            <pc:docMk/>
            <pc:sldMk cId="3985198609" sldId="388"/>
            <ac:spMk id="158" creationId="{B20E6833-FB7F-75E3-EBDE-004CB9826E25}"/>
          </ac:spMkLst>
        </pc:spChg>
        <pc:spChg chg="add del mod ord">
          <ac:chgData name="Mundhra, Mukunj" userId="1c2f3120-076c-4bbd-9e2e-035f943010bb" providerId="ADAL" clId="{F49740AB-4157-4968-91D3-3482E897651D}" dt="2026-04-16T10:57:40.098" v="11543"/>
          <ac:spMkLst>
            <pc:docMk/>
            <pc:sldMk cId="3985198609" sldId="388"/>
            <ac:spMk id="159" creationId="{0D45F3E5-425B-B99B-63B8-F617A7CB3023}"/>
          </ac:spMkLst>
        </pc:spChg>
        <pc:spChg chg="add del mod modVis">
          <ac:chgData name="Mundhra, Mukunj" userId="1c2f3120-076c-4bbd-9e2e-035f943010bb" providerId="ADAL" clId="{F49740AB-4157-4968-91D3-3482E897651D}" dt="2026-04-16T10:56:57.994" v="8516"/>
          <ac:spMkLst>
            <pc:docMk/>
            <pc:sldMk cId="3985198609" sldId="388"/>
            <ac:spMk id="160" creationId="{207886C6-6906-5B70-59EC-5B6D970B69D8}"/>
          </ac:spMkLst>
        </pc:spChg>
        <pc:spChg chg="add del mod">
          <ac:chgData name="Mundhra, Mukunj" userId="1c2f3120-076c-4bbd-9e2e-035f943010bb" providerId="ADAL" clId="{F49740AB-4157-4968-91D3-3482E897651D}" dt="2026-04-16T10:57:05.630" v="9117"/>
          <ac:spMkLst>
            <pc:docMk/>
            <pc:sldMk cId="3985198609" sldId="388"/>
            <ac:spMk id="161" creationId="{FDA9B12A-7157-DF92-609C-EB8BB4B15AE6}"/>
          </ac:spMkLst>
        </pc:spChg>
        <pc:spChg chg="add del mod">
          <ac:chgData name="Mundhra, Mukunj" userId="1c2f3120-076c-4bbd-9e2e-035f943010bb" providerId="ADAL" clId="{F49740AB-4157-4968-91D3-3482E897651D}" dt="2026-04-16T10:57:00.058" v="8559"/>
          <ac:spMkLst>
            <pc:docMk/>
            <pc:sldMk cId="3985198609" sldId="388"/>
            <ac:spMk id="162" creationId="{432B7422-4D4F-9399-C230-48BCDF303C30}"/>
          </ac:spMkLst>
        </pc:spChg>
        <pc:spChg chg="add del mod">
          <ac:chgData name="Mundhra, Mukunj" userId="1c2f3120-076c-4bbd-9e2e-035f943010bb" providerId="ADAL" clId="{F49740AB-4157-4968-91D3-3482E897651D}" dt="2026-04-16T10:57:00.058" v="8558"/>
          <ac:spMkLst>
            <pc:docMk/>
            <pc:sldMk cId="3985198609" sldId="388"/>
            <ac:spMk id="163" creationId="{CC1ABE51-8D10-782A-0D4F-14F4D66C6246}"/>
          </ac:spMkLst>
        </pc:spChg>
        <pc:spChg chg="add del mod">
          <ac:chgData name="Mundhra, Mukunj" userId="1c2f3120-076c-4bbd-9e2e-035f943010bb" providerId="ADAL" clId="{F49740AB-4157-4968-91D3-3482E897651D}" dt="2026-04-16T10:57:00.058" v="8557"/>
          <ac:spMkLst>
            <pc:docMk/>
            <pc:sldMk cId="3985198609" sldId="388"/>
            <ac:spMk id="164" creationId="{0AFA33C8-DDCD-267C-9061-6D660473C871}"/>
          </ac:spMkLst>
        </pc:spChg>
        <pc:spChg chg="add del mod modVis">
          <ac:chgData name="Mundhra, Mukunj" userId="1c2f3120-076c-4bbd-9e2e-035f943010bb" providerId="ADAL" clId="{F49740AB-4157-4968-91D3-3482E897651D}" dt="2026-04-16T10:57:01.365" v="8858"/>
          <ac:spMkLst>
            <pc:docMk/>
            <pc:sldMk cId="3985198609" sldId="388"/>
            <ac:spMk id="166" creationId="{60FD494B-BB46-F199-BACA-2D3B4207ED7F}"/>
          </ac:spMkLst>
        </pc:spChg>
        <pc:spChg chg="add del mod">
          <ac:chgData name="Mundhra, Mukunj" userId="1c2f3120-076c-4bbd-9e2e-035f943010bb" providerId="ADAL" clId="{F49740AB-4157-4968-91D3-3482E897651D}" dt="2026-04-16T10:57:05.630" v="9121"/>
          <ac:spMkLst>
            <pc:docMk/>
            <pc:sldMk cId="3985198609" sldId="388"/>
            <ac:spMk id="167" creationId="{1DBE3925-3D15-72FC-38F8-02538ADD5F8E}"/>
          </ac:spMkLst>
        </pc:spChg>
        <pc:spChg chg="add del mod">
          <ac:chgData name="Mundhra, Mukunj" userId="1c2f3120-076c-4bbd-9e2e-035f943010bb" providerId="ADAL" clId="{F49740AB-4157-4968-91D3-3482E897651D}" dt="2026-04-16T10:57:05.630" v="9120"/>
          <ac:spMkLst>
            <pc:docMk/>
            <pc:sldMk cId="3985198609" sldId="388"/>
            <ac:spMk id="168" creationId="{CA92848B-D4D8-62E3-8208-C172CBBE39A4}"/>
          </ac:spMkLst>
        </pc:spChg>
        <pc:spChg chg="add del mod">
          <ac:chgData name="Mundhra, Mukunj" userId="1c2f3120-076c-4bbd-9e2e-035f943010bb" providerId="ADAL" clId="{F49740AB-4157-4968-91D3-3482E897651D}" dt="2026-04-16T10:57:05.630" v="9119"/>
          <ac:spMkLst>
            <pc:docMk/>
            <pc:sldMk cId="3985198609" sldId="388"/>
            <ac:spMk id="169" creationId="{457F8F32-0817-9F2E-1501-63EF30D22701}"/>
          </ac:spMkLst>
        </pc:spChg>
        <pc:spChg chg="add del mod">
          <ac:chgData name="Mundhra, Mukunj" userId="1c2f3120-076c-4bbd-9e2e-035f943010bb" providerId="ADAL" clId="{F49740AB-4157-4968-91D3-3482E897651D}" dt="2026-04-16T10:57:05.630" v="9118"/>
          <ac:spMkLst>
            <pc:docMk/>
            <pc:sldMk cId="3985198609" sldId="388"/>
            <ac:spMk id="170" creationId="{6AEF6598-4BF5-6480-AA0F-D6D4DBDDE921}"/>
          </ac:spMkLst>
        </pc:spChg>
        <pc:spChg chg="add del mod modVis">
          <ac:chgData name="Mundhra, Mukunj" userId="1c2f3120-076c-4bbd-9e2e-035f943010bb" providerId="ADAL" clId="{F49740AB-4157-4968-91D3-3482E897651D}" dt="2026-04-16T10:57:07.217" v="9518"/>
          <ac:spMkLst>
            <pc:docMk/>
            <pc:sldMk cId="3985198609" sldId="388"/>
            <ac:spMk id="172" creationId="{6BE5399B-108B-1099-37AC-495563F6B72A}"/>
          </ac:spMkLst>
        </pc:spChg>
        <pc:spChg chg="add del mod">
          <ac:chgData name="Mundhra, Mukunj" userId="1c2f3120-076c-4bbd-9e2e-035f943010bb" providerId="ADAL" clId="{F49740AB-4157-4968-91D3-3482E897651D}" dt="2026-04-16T10:57:38.459" v="11132"/>
          <ac:spMkLst>
            <pc:docMk/>
            <pc:sldMk cId="3985198609" sldId="388"/>
            <ac:spMk id="173" creationId="{7D380CF0-167E-A873-7C7F-8B8E146013BE}"/>
          </ac:spMkLst>
        </pc:spChg>
        <pc:spChg chg="add del mod">
          <ac:chgData name="Mundhra, Mukunj" userId="1c2f3120-076c-4bbd-9e2e-035f943010bb" providerId="ADAL" clId="{F49740AB-4157-4968-91D3-3482E897651D}" dt="2026-04-16T10:57:38.459" v="11133"/>
          <ac:spMkLst>
            <pc:docMk/>
            <pc:sldMk cId="3985198609" sldId="388"/>
            <ac:spMk id="174" creationId="{FD95E030-3466-AB13-969D-6816AA30C499}"/>
          </ac:spMkLst>
        </pc:spChg>
        <pc:spChg chg="add del mod">
          <ac:chgData name="Mundhra, Mukunj" userId="1c2f3120-076c-4bbd-9e2e-035f943010bb" providerId="ADAL" clId="{F49740AB-4157-4968-91D3-3482E897651D}" dt="2026-04-16T10:57:38.459" v="11134"/>
          <ac:spMkLst>
            <pc:docMk/>
            <pc:sldMk cId="3985198609" sldId="388"/>
            <ac:spMk id="175" creationId="{D6F2109A-91D4-C92F-837F-4595DB729669}"/>
          </ac:spMkLst>
        </pc:spChg>
        <pc:spChg chg="add del mod">
          <ac:chgData name="Mundhra, Mukunj" userId="1c2f3120-076c-4bbd-9e2e-035f943010bb" providerId="ADAL" clId="{F49740AB-4157-4968-91D3-3482E897651D}" dt="2026-04-16T10:57:38.462" v="11135"/>
          <ac:spMkLst>
            <pc:docMk/>
            <pc:sldMk cId="3985198609" sldId="388"/>
            <ac:spMk id="176" creationId="{06A95504-8CE9-1091-5C8C-FB59D155BA15}"/>
          </ac:spMkLst>
        </pc:spChg>
        <pc:spChg chg="add del mod">
          <ac:chgData name="Mundhra, Mukunj" userId="1c2f3120-076c-4bbd-9e2e-035f943010bb" providerId="ADAL" clId="{F49740AB-4157-4968-91D3-3482E897651D}" dt="2026-04-16T10:57:38.462" v="11136"/>
          <ac:spMkLst>
            <pc:docMk/>
            <pc:sldMk cId="3985198609" sldId="388"/>
            <ac:spMk id="177" creationId="{A817FAB6-4231-65D6-6A68-125F308E8319}"/>
          </ac:spMkLst>
        </pc:spChg>
        <pc:spChg chg="add del mod">
          <ac:chgData name="Mundhra, Mukunj" userId="1c2f3120-076c-4bbd-9e2e-035f943010bb" providerId="ADAL" clId="{F49740AB-4157-4968-91D3-3482E897651D}" dt="2026-04-16T10:57:14.679" v="10400"/>
          <ac:spMkLst>
            <pc:docMk/>
            <pc:sldMk cId="3985198609" sldId="388"/>
            <ac:spMk id="178" creationId="{89BF1552-6BB2-2608-6F70-904671E2C60E}"/>
          </ac:spMkLst>
        </pc:spChg>
        <pc:spChg chg="add del mod">
          <ac:chgData name="Mundhra, Mukunj" userId="1c2f3120-076c-4bbd-9e2e-035f943010bb" providerId="ADAL" clId="{F49740AB-4157-4968-91D3-3482E897651D}" dt="2026-04-16T10:57:14.668" v="10399"/>
          <ac:spMkLst>
            <pc:docMk/>
            <pc:sldMk cId="3985198609" sldId="388"/>
            <ac:spMk id="179" creationId="{880FC6C3-A461-3579-F8E4-FE5566B23087}"/>
          </ac:spMkLst>
        </pc:spChg>
        <pc:spChg chg="add del mod">
          <ac:chgData name="Mundhra, Mukunj" userId="1c2f3120-076c-4bbd-9e2e-035f943010bb" providerId="ADAL" clId="{F49740AB-4157-4968-91D3-3482E897651D}" dt="2026-04-16T10:57:14.668" v="10398"/>
          <ac:spMkLst>
            <pc:docMk/>
            <pc:sldMk cId="3985198609" sldId="388"/>
            <ac:spMk id="180" creationId="{2392E94E-8C04-21BE-BB0C-B98511C338CD}"/>
          </ac:spMkLst>
        </pc:spChg>
        <pc:spChg chg="add del mod">
          <ac:chgData name="Mundhra, Mukunj" userId="1c2f3120-076c-4bbd-9e2e-035f943010bb" providerId="ADAL" clId="{F49740AB-4157-4968-91D3-3482E897651D}" dt="2026-04-16T10:57:14.668" v="10397"/>
          <ac:spMkLst>
            <pc:docMk/>
            <pc:sldMk cId="3985198609" sldId="388"/>
            <ac:spMk id="181" creationId="{688DE74B-2DE6-468F-86E5-311F3120FD6F}"/>
          </ac:spMkLst>
        </pc:spChg>
        <pc:spChg chg="add del mod">
          <ac:chgData name="Mundhra, Mukunj" userId="1c2f3120-076c-4bbd-9e2e-035f943010bb" providerId="ADAL" clId="{F49740AB-4157-4968-91D3-3482E897651D}" dt="2026-04-16T10:57:14.668" v="10396"/>
          <ac:spMkLst>
            <pc:docMk/>
            <pc:sldMk cId="3985198609" sldId="388"/>
            <ac:spMk id="182" creationId="{2ED505B2-3575-EFF9-D2E6-AAC87716EC2B}"/>
          </ac:spMkLst>
        </pc:spChg>
        <pc:spChg chg="add del mod">
          <ac:chgData name="Mundhra, Mukunj" userId="1c2f3120-076c-4bbd-9e2e-035f943010bb" providerId="ADAL" clId="{F49740AB-4157-4968-91D3-3482E897651D}" dt="2026-04-16T10:57:38.462" v="11137"/>
          <ac:spMkLst>
            <pc:docMk/>
            <pc:sldMk cId="3985198609" sldId="388"/>
            <ac:spMk id="184" creationId="{179BD424-B14A-54B0-6AB8-676B2CBA9E6E}"/>
          </ac:spMkLst>
        </pc:spChg>
        <pc:spChg chg="add del mod modVis">
          <ac:chgData name="Mundhra, Mukunj" userId="1c2f3120-076c-4bbd-9e2e-035f943010bb" providerId="ADAL" clId="{F49740AB-4157-4968-91D3-3482E897651D}" dt="2026-04-16T10:57:16.218" v="10929"/>
          <ac:spMkLst>
            <pc:docMk/>
            <pc:sldMk cId="3985198609" sldId="388"/>
            <ac:spMk id="185" creationId="{F1B14D4B-9BE6-2421-2E22-8DA2F90F2469}"/>
          </ac:spMkLst>
        </pc:spChg>
        <pc:spChg chg="add del mod">
          <ac:chgData name="Mundhra, Mukunj" userId="1c2f3120-076c-4bbd-9e2e-035f943010bb" providerId="ADAL" clId="{F49740AB-4157-4968-91D3-3482E897651D}" dt="2026-04-16T10:57:38.462" v="11138"/>
          <ac:spMkLst>
            <pc:docMk/>
            <pc:sldMk cId="3985198609" sldId="388"/>
            <ac:spMk id="186" creationId="{6AE60F52-2991-5BDF-F6E8-4D51B95AD926}"/>
          </ac:spMkLst>
        </pc:spChg>
        <pc:spChg chg="add del mod">
          <ac:chgData name="Mundhra, Mukunj" userId="1c2f3120-076c-4bbd-9e2e-035f943010bb" providerId="ADAL" clId="{F49740AB-4157-4968-91D3-3482E897651D}" dt="2026-04-16T10:57:38.469" v="11139"/>
          <ac:spMkLst>
            <pc:docMk/>
            <pc:sldMk cId="3985198609" sldId="388"/>
            <ac:spMk id="187" creationId="{674816BC-F099-8F13-470D-3275F6C2E63A}"/>
          </ac:spMkLst>
        </pc:spChg>
        <pc:spChg chg="add del mod">
          <ac:chgData name="Mundhra, Mukunj" userId="1c2f3120-076c-4bbd-9e2e-035f943010bb" providerId="ADAL" clId="{F49740AB-4157-4968-91D3-3482E897651D}" dt="2026-04-16T10:57:38.470" v="11140"/>
          <ac:spMkLst>
            <pc:docMk/>
            <pc:sldMk cId="3985198609" sldId="388"/>
            <ac:spMk id="188" creationId="{F20BE89A-3CFD-2233-0032-CEA29D502B62}"/>
          </ac:spMkLst>
        </pc:spChg>
        <pc:spChg chg="add del mod">
          <ac:chgData name="Mundhra, Mukunj" userId="1c2f3120-076c-4bbd-9e2e-035f943010bb" providerId="ADAL" clId="{F49740AB-4157-4968-91D3-3482E897651D}" dt="2026-04-16T10:57:38.471" v="11141"/>
          <ac:spMkLst>
            <pc:docMk/>
            <pc:sldMk cId="3985198609" sldId="388"/>
            <ac:spMk id="189" creationId="{C0D10177-F367-CE80-F527-61D9550BBD0A}"/>
          </ac:spMkLst>
        </pc:spChg>
        <pc:spChg chg="add del mod">
          <ac:chgData name="Mundhra, Mukunj" userId="1c2f3120-076c-4bbd-9e2e-035f943010bb" providerId="ADAL" clId="{F49740AB-4157-4968-91D3-3482E897651D}" dt="2026-04-16T10:57:38.473" v="11142"/>
          <ac:spMkLst>
            <pc:docMk/>
            <pc:sldMk cId="3985198609" sldId="388"/>
            <ac:spMk id="190" creationId="{607DEADA-8602-6704-668F-9C414D80AB4D}"/>
          </ac:spMkLst>
        </pc:spChg>
        <pc:spChg chg="add del mod">
          <ac:chgData name="Mundhra, Mukunj" userId="1c2f3120-076c-4bbd-9e2e-035f943010bb" providerId="ADAL" clId="{F49740AB-4157-4968-91D3-3482E897651D}" dt="2026-04-16T10:57:38.474" v="11143"/>
          <ac:spMkLst>
            <pc:docMk/>
            <pc:sldMk cId="3985198609" sldId="388"/>
            <ac:spMk id="191" creationId="{B98C04E7-9AEF-C6C2-550C-39FAD3C9F9DA}"/>
          </ac:spMkLst>
        </pc:spChg>
        <pc:spChg chg="add del mod">
          <ac:chgData name="Mundhra, Mukunj" userId="1c2f3120-076c-4bbd-9e2e-035f943010bb" providerId="ADAL" clId="{F49740AB-4157-4968-91D3-3482E897651D}" dt="2026-04-16T10:57:38.474" v="11144"/>
          <ac:spMkLst>
            <pc:docMk/>
            <pc:sldMk cId="3985198609" sldId="388"/>
            <ac:spMk id="192" creationId="{95DDA191-7FA7-CD27-338B-4884F83F6D4A}"/>
          </ac:spMkLst>
        </pc:spChg>
        <pc:spChg chg="add del mod">
          <ac:chgData name="Mundhra, Mukunj" userId="1c2f3120-076c-4bbd-9e2e-035f943010bb" providerId="ADAL" clId="{F49740AB-4157-4968-91D3-3482E897651D}" dt="2026-04-16T10:57:38.474" v="11145"/>
          <ac:spMkLst>
            <pc:docMk/>
            <pc:sldMk cId="3985198609" sldId="388"/>
            <ac:spMk id="193" creationId="{BCC10028-51BF-C560-4F49-EFBBA1F3D6D3}"/>
          </ac:spMkLst>
        </pc:spChg>
        <pc:spChg chg="add del mod">
          <ac:chgData name="Mundhra, Mukunj" userId="1c2f3120-076c-4bbd-9e2e-035f943010bb" providerId="ADAL" clId="{F49740AB-4157-4968-91D3-3482E897651D}" dt="2026-04-16T10:57:38.474" v="11146"/>
          <ac:spMkLst>
            <pc:docMk/>
            <pc:sldMk cId="3985198609" sldId="388"/>
            <ac:spMk id="194" creationId="{24000DCA-5605-CA7E-C787-DDDF733DE450}"/>
          </ac:spMkLst>
        </pc:spChg>
        <pc:spChg chg="add del mod">
          <ac:chgData name="Mundhra, Mukunj" userId="1c2f3120-076c-4bbd-9e2e-035f943010bb" providerId="ADAL" clId="{F49740AB-4157-4968-91D3-3482E897651D}" dt="2026-04-16T10:57:38.474" v="11147"/>
          <ac:spMkLst>
            <pc:docMk/>
            <pc:sldMk cId="3985198609" sldId="388"/>
            <ac:spMk id="195" creationId="{CAEFB26E-3F68-1DDF-040E-423AF3C7B592}"/>
          </ac:spMkLst>
        </pc:spChg>
        <pc:spChg chg="add del mod">
          <ac:chgData name="Mundhra, Mukunj" userId="1c2f3120-076c-4bbd-9e2e-035f943010bb" providerId="ADAL" clId="{F49740AB-4157-4968-91D3-3482E897651D}" dt="2026-04-16T10:57:38.482" v="11148"/>
          <ac:spMkLst>
            <pc:docMk/>
            <pc:sldMk cId="3985198609" sldId="388"/>
            <ac:spMk id="196" creationId="{EAFF2A09-7BC3-3D20-22B1-56AC87026BC2}"/>
          </ac:spMkLst>
        </pc:spChg>
        <pc:spChg chg="add del mod">
          <ac:chgData name="Mundhra, Mukunj" userId="1c2f3120-076c-4bbd-9e2e-035f943010bb" providerId="ADAL" clId="{F49740AB-4157-4968-91D3-3482E897651D}" dt="2026-04-16T10:57:38.483" v="11149"/>
          <ac:spMkLst>
            <pc:docMk/>
            <pc:sldMk cId="3985198609" sldId="388"/>
            <ac:spMk id="197" creationId="{4316352E-FE37-1567-1B0A-8A0CFA019CA1}"/>
          </ac:spMkLst>
        </pc:spChg>
        <pc:spChg chg="add del mod">
          <ac:chgData name="Mundhra, Mukunj" userId="1c2f3120-076c-4bbd-9e2e-035f943010bb" providerId="ADAL" clId="{F49740AB-4157-4968-91D3-3482E897651D}" dt="2026-04-16T10:57:38.485" v="11150"/>
          <ac:spMkLst>
            <pc:docMk/>
            <pc:sldMk cId="3985198609" sldId="388"/>
            <ac:spMk id="198" creationId="{0A596287-8AC3-F2FF-F223-9B3B5B7B7AA1}"/>
          </ac:spMkLst>
        </pc:spChg>
        <pc:spChg chg="add del mod">
          <ac:chgData name="Mundhra, Mukunj" userId="1c2f3120-076c-4bbd-9e2e-035f943010bb" providerId="ADAL" clId="{F49740AB-4157-4968-91D3-3482E897651D}" dt="2026-04-16T10:57:38.487" v="11151"/>
          <ac:spMkLst>
            <pc:docMk/>
            <pc:sldMk cId="3985198609" sldId="388"/>
            <ac:spMk id="199" creationId="{5A6A2FBB-7232-882F-B8FE-ABEE8E6ECB6D}"/>
          </ac:spMkLst>
        </pc:spChg>
        <pc:spChg chg="add del mod">
          <ac:chgData name="Mundhra, Mukunj" userId="1c2f3120-076c-4bbd-9e2e-035f943010bb" providerId="ADAL" clId="{F49740AB-4157-4968-91D3-3482E897651D}" dt="2026-04-16T10:57:38.488" v="11152"/>
          <ac:spMkLst>
            <pc:docMk/>
            <pc:sldMk cId="3985198609" sldId="388"/>
            <ac:spMk id="200" creationId="{8E1D697C-59A8-8080-2627-9DFC3141695A}"/>
          </ac:spMkLst>
        </pc:spChg>
        <pc:spChg chg="add del mod">
          <ac:chgData name="Mundhra, Mukunj" userId="1c2f3120-076c-4bbd-9e2e-035f943010bb" providerId="ADAL" clId="{F49740AB-4157-4968-91D3-3482E897651D}" dt="2026-04-16T10:57:38.490" v="11153"/>
          <ac:spMkLst>
            <pc:docMk/>
            <pc:sldMk cId="3985198609" sldId="388"/>
            <ac:spMk id="201" creationId="{9F4FB42B-3E5B-4518-C7EC-CD4F1EB56C52}"/>
          </ac:spMkLst>
        </pc:spChg>
        <pc:spChg chg="add del mod">
          <ac:chgData name="Mundhra, Mukunj" userId="1c2f3120-076c-4bbd-9e2e-035f943010bb" providerId="ADAL" clId="{F49740AB-4157-4968-91D3-3482E897651D}" dt="2026-04-16T10:57:38.491" v="11154"/>
          <ac:spMkLst>
            <pc:docMk/>
            <pc:sldMk cId="3985198609" sldId="388"/>
            <ac:spMk id="202" creationId="{D4B5C9B8-021C-A6BD-B07E-21106F366B79}"/>
          </ac:spMkLst>
        </pc:spChg>
        <pc:spChg chg="add del mod">
          <ac:chgData name="Mundhra, Mukunj" userId="1c2f3120-076c-4bbd-9e2e-035f943010bb" providerId="ADAL" clId="{F49740AB-4157-4968-91D3-3482E897651D}" dt="2026-04-16T10:57:38.493" v="11155"/>
          <ac:spMkLst>
            <pc:docMk/>
            <pc:sldMk cId="3985198609" sldId="388"/>
            <ac:spMk id="203" creationId="{5BAEBFBC-3B7A-575D-2740-85CBB1962ADF}"/>
          </ac:spMkLst>
        </pc:spChg>
        <pc:spChg chg="add del mod">
          <ac:chgData name="Mundhra, Mukunj" userId="1c2f3120-076c-4bbd-9e2e-035f943010bb" providerId="ADAL" clId="{F49740AB-4157-4968-91D3-3482E897651D}" dt="2026-04-16T10:57:38.494" v="11156"/>
          <ac:spMkLst>
            <pc:docMk/>
            <pc:sldMk cId="3985198609" sldId="388"/>
            <ac:spMk id="204" creationId="{79985291-2D49-3117-C571-A5082291BE6E}"/>
          </ac:spMkLst>
        </pc:spChg>
        <pc:spChg chg="add mod">
          <ac:chgData name="Mundhra, Mukunj" userId="1c2f3120-076c-4bbd-9e2e-035f943010bb" providerId="ADAL" clId="{F49740AB-4157-4968-91D3-3482E897651D}" dt="2026-04-16T11:32:27.205" v="13574"/>
          <ac:spMkLst>
            <pc:docMk/>
            <pc:sldMk cId="3985198609" sldId="388"/>
            <ac:spMk id="205" creationId="{8274E7B1-66AC-97CE-F391-914C1B9F759D}"/>
          </ac:spMkLst>
        </pc:spChg>
        <pc:spChg chg="add del mod">
          <ac:chgData name="Mundhra, Mukunj" userId="1c2f3120-076c-4bbd-9e2e-035f943010bb" providerId="ADAL" clId="{F49740AB-4157-4968-91D3-3482E897651D}" dt="2026-04-16T10:57:38.708" v="11165"/>
          <ac:spMkLst>
            <pc:docMk/>
            <pc:sldMk cId="3985198609" sldId="388"/>
            <ac:spMk id="206" creationId="{B8A63E46-8241-B39D-7DD8-66D726C698B8}"/>
          </ac:spMkLst>
        </pc:spChg>
        <pc:spChg chg="add del mod">
          <ac:chgData name="Mundhra, Mukunj" userId="1c2f3120-076c-4bbd-9e2e-035f943010bb" providerId="ADAL" clId="{F49740AB-4157-4968-91D3-3482E897651D}" dt="2026-04-16T10:57:38.708" v="11164"/>
          <ac:spMkLst>
            <pc:docMk/>
            <pc:sldMk cId="3985198609" sldId="388"/>
            <ac:spMk id="207" creationId="{D4AAC117-5395-171E-277F-A7F713B1A07A}"/>
          </ac:spMkLst>
        </pc:spChg>
        <pc:spChg chg="add del mod">
          <ac:chgData name="Mundhra, Mukunj" userId="1c2f3120-076c-4bbd-9e2e-035f943010bb" providerId="ADAL" clId="{F49740AB-4157-4968-91D3-3482E897651D}" dt="2026-04-16T10:57:38.708" v="11163"/>
          <ac:spMkLst>
            <pc:docMk/>
            <pc:sldMk cId="3985198609" sldId="388"/>
            <ac:spMk id="208" creationId="{68ECAB4C-FDA9-9110-05DE-5D489E21D86E}"/>
          </ac:spMkLst>
        </pc:spChg>
        <pc:spChg chg="add mod">
          <ac:chgData name="Mundhra, Mukunj" userId="1c2f3120-076c-4bbd-9e2e-035f943010bb" providerId="ADAL" clId="{F49740AB-4157-4968-91D3-3482E897651D}" dt="2026-04-16T11:32:27.205" v="13575"/>
          <ac:spMkLst>
            <pc:docMk/>
            <pc:sldMk cId="3985198609" sldId="388"/>
            <ac:spMk id="210" creationId="{7DF5335B-B1B5-4161-6E73-C3E2913E09B7}"/>
          </ac:spMkLst>
        </pc:spChg>
        <pc:spChg chg="add mod">
          <ac:chgData name="Mundhra, Mukunj" userId="1c2f3120-076c-4bbd-9e2e-035f943010bb" providerId="ADAL" clId="{F49740AB-4157-4968-91D3-3482E897651D}" dt="2026-04-16T11:32:27.205" v="13576"/>
          <ac:spMkLst>
            <pc:docMk/>
            <pc:sldMk cId="3985198609" sldId="388"/>
            <ac:spMk id="211" creationId="{2FAB316B-6128-7619-D802-AC3F66F7317A}"/>
          </ac:spMkLst>
        </pc:spChg>
        <pc:spChg chg="add mod">
          <ac:chgData name="Mundhra, Mukunj" userId="1c2f3120-076c-4bbd-9e2e-035f943010bb" providerId="ADAL" clId="{F49740AB-4157-4968-91D3-3482E897651D}" dt="2026-04-16T11:32:27.205" v="13577"/>
          <ac:spMkLst>
            <pc:docMk/>
            <pc:sldMk cId="3985198609" sldId="388"/>
            <ac:spMk id="212" creationId="{5415370A-A5A3-B134-9EA5-C3AB8981470B}"/>
          </ac:spMkLst>
        </pc:spChg>
        <pc:spChg chg="add mod">
          <ac:chgData name="Mundhra, Mukunj" userId="1c2f3120-076c-4bbd-9e2e-035f943010bb" providerId="ADAL" clId="{F49740AB-4157-4968-91D3-3482E897651D}" dt="2026-04-16T11:32:27.205" v="13578"/>
          <ac:spMkLst>
            <pc:docMk/>
            <pc:sldMk cId="3985198609" sldId="388"/>
            <ac:spMk id="213" creationId="{BDF68D18-AAD2-A17E-5A51-638F81AE4882}"/>
          </ac:spMkLst>
        </pc:spChg>
        <pc:spChg chg="add mod">
          <ac:chgData name="Mundhra, Mukunj" userId="1c2f3120-076c-4bbd-9e2e-035f943010bb" providerId="ADAL" clId="{F49740AB-4157-4968-91D3-3482E897651D}" dt="2026-04-16T11:32:44.092" v="13643"/>
          <ac:spMkLst>
            <pc:docMk/>
            <pc:sldMk cId="3985198609" sldId="388"/>
            <ac:spMk id="231" creationId="{76CB7F33-3C92-CFE3-24F1-9FC9FD708C75}"/>
          </ac:spMkLst>
        </pc:spChg>
        <pc:spChg chg="add del mod modVis">
          <ac:chgData name="Mundhra, Mukunj" userId="1c2f3120-076c-4bbd-9e2e-035f943010bb" providerId="ADAL" clId="{F49740AB-4157-4968-91D3-3482E897651D}" dt="2026-04-16T11:30:59.353" v="12724"/>
          <ac:spMkLst>
            <pc:docMk/>
            <pc:sldMk cId="3985198609" sldId="388"/>
            <ac:spMk id="232" creationId="{2F4777A6-6555-A7A7-5EF2-2290BDCE90E3}"/>
          </ac:spMkLst>
        </pc:spChg>
        <pc:spChg chg="add mod">
          <ac:chgData name="Mundhra, Mukunj" userId="1c2f3120-076c-4bbd-9e2e-035f943010bb" providerId="ADAL" clId="{F49740AB-4157-4968-91D3-3482E897651D}" dt="2026-04-16T11:32:43.999" v="13641"/>
          <ac:spMkLst>
            <pc:docMk/>
            <pc:sldMk cId="3985198609" sldId="388"/>
            <ac:spMk id="234" creationId="{78636C66-BF41-47CC-F447-52A833AE6662}"/>
          </ac:spMkLst>
        </pc:spChg>
        <pc:spChg chg="add del mod modVis">
          <ac:chgData name="Mundhra, Mukunj" userId="1c2f3120-076c-4bbd-9e2e-035f943010bb" providerId="ADAL" clId="{F49740AB-4157-4968-91D3-3482E897651D}" dt="2026-04-16T11:31:03.802" v="12925"/>
          <ac:spMkLst>
            <pc:docMk/>
            <pc:sldMk cId="3985198609" sldId="388"/>
            <ac:spMk id="235" creationId="{EE345E76-1408-6472-2132-3EA1025F9CEF}"/>
          </ac:spMkLst>
        </pc:spChg>
        <pc:spChg chg="add del mod modVis">
          <ac:chgData name="Mundhra, Mukunj" userId="1c2f3120-076c-4bbd-9e2e-035f943010bb" providerId="ADAL" clId="{F49740AB-4157-4968-91D3-3482E897651D}" dt="2026-04-16T11:31:44.405" v="13019"/>
          <ac:spMkLst>
            <pc:docMk/>
            <pc:sldMk cId="3985198609" sldId="388"/>
            <ac:spMk id="240" creationId="{892A76ED-AEE8-38DD-D4C5-A1F0130CC783}"/>
          </ac:spMkLst>
        </pc:spChg>
        <pc:spChg chg="add del mod modVis">
          <ac:chgData name="Mundhra, Mukunj" userId="1c2f3120-076c-4bbd-9e2e-035f943010bb" providerId="ADAL" clId="{F49740AB-4157-4968-91D3-3482E897651D}" dt="2026-04-16T11:32:16.273" v="13319"/>
          <ac:spMkLst>
            <pc:docMk/>
            <pc:sldMk cId="3985198609" sldId="388"/>
            <ac:spMk id="243" creationId="{D46CA663-F35D-57DF-6577-BD3A86ABE4B3}"/>
          </ac:spMkLst>
        </pc:spChg>
        <pc:grpChg chg="mod">
          <ac:chgData name="Mundhra, Mukunj" userId="1c2f3120-076c-4bbd-9e2e-035f943010bb" providerId="ADAL" clId="{F49740AB-4157-4968-91D3-3482E897651D}" dt="2026-04-16T11:32:27.189" v="13566"/>
          <ac:grpSpMkLst>
            <pc:docMk/>
            <pc:sldMk cId="3985198609" sldId="388"/>
            <ac:grpSpMk id="50" creationId="{A4605E42-B1F7-0121-6AE6-EF5400E58F69}"/>
          </ac:grpSpMkLst>
        </pc:grpChg>
        <pc:grpChg chg="mod">
          <ac:chgData name="Mundhra, Mukunj" userId="1c2f3120-076c-4bbd-9e2e-035f943010bb" providerId="ADAL" clId="{F49740AB-4157-4968-91D3-3482E897651D}" dt="2026-04-16T11:32:27.189" v="13565"/>
          <ac:grpSpMkLst>
            <pc:docMk/>
            <pc:sldMk cId="3985198609" sldId="388"/>
            <ac:grpSpMk id="51" creationId="{FE20CD0A-F5F5-F684-D36E-02BD0D162F61}"/>
          </ac:grpSpMkLst>
        </pc:grpChg>
        <pc:graphicFrameChg chg="add del">
          <ac:chgData name="Mundhra, Mukunj" userId="1c2f3120-076c-4bbd-9e2e-035f943010bb" providerId="ADAL" clId="{F49740AB-4157-4968-91D3-3482E897651D}" dt="2026-04-16T10:46:14.993" v="2770"/>
          <ac:graphicFrameMkLst>
            <pc:docMk/>
            <pc:sldMk cId="3985198609" sldId="388"/>
            <ac:graphicFrameMk id="15" creationId="{2BEF771A-C60A-E050-D143-D2781B7103D5}"/>
          </ac:graphicFrameMkLst>
        </pc:graphicFrameChg>
        <pc:graphicFrameChg chg="add mod ord">
          <ac:chgData name="Mundhra, Mukunj" userId="1c2f3120-076c-4bbd-9e2e-035f943010bb" providerId="ADAL" clId="{F49740AB-4157-4968-91D3-3482E897651D}" dt="2026-04-16T10:18:19.847" v="2145" actId="1076"/>
          <ac:graphicFrameMkLst>
            <pc:docMk/>
            <pc:sldMk cId="3985198609" sldId="388"/>
            <ac:graphicFrameMk id="17" creationId="{C5FAB203-6F64-705A-AE19-1BE8F5872776}"/>
          </ac:graphicFrameMkLst>
        </pc:graphicFrameChg>
        <pc:graphicFrameChg chg="add mod ord">
          <ac:chgData name="Mundhra, Mukunj" userId="1c2f3120-076c-4bbd-9e2e-035f943010bb" providerId="ADAL" clId="{F49740AB-4157-4968-91D3-3482E897651D}" dt="2026-04-16T10:19:10.416" v="2509"/>
          <ac:graphicFrameMkLst>
            <pc:docMk/>
            <pc:sldMk cId="3985198609" sldId="388"/>
            <ac:graphicFrameMk id="24" creationId="{58F0A443-29A7-0AF8-2B88-A5F00A5DF1A2}"/>
          </ac:graphicFrameMkLst>
        </pc:graphicFrameChg>
        <pc:graphicFrameChg chg="add mod ord">
          <ac:chgData name="Mundhra, Mukunj" userId="1c2f3120-076c-4bbd-9e2e-035f943010bb" providerId="ADAL" clId="{F49740AB-4157-4968-91D3-3482E897651D}" dt="2026-04-16T10:19:27.320" v="2657"/>
          <ac:graphicFrameMkLst>
            <pc:docMk/>
            <pc:sldMk cId="3985198609" sldId="388"/>
            <ac:graphicFrameMk id="26" creationId="{FD41189F-AB3C-D1A6-ABAA-DA6674505CF9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0:46:42.495" v="2989"/>
          <ac:graphicFrameMkLst>
            <pc:docMk/>
            <pc:sldMk cId="3985198609" sldId="388"/>
            <ac:graphicFrameMk id="29" creationId="{A81BAA9D-A298-E25A-E7FB-D2C9239CD132}"/>
          </ac:graphicFrameMkLst>
        </pc:graphicFrameChg>
        <pc:graphicFrameChg chg="mod">
          <ac:chgData name="Mundhra, Mukunj" userId="1c2f3120-076c-4bbd-9e2e-035f943010bb" providerId="ADAL" clId="{F49740AB-4157-4968-91D3-3482E897651D}" dt="2026-04-16T11:32:44.092" v="13645"/>
          <ac:graphicFrameMkLst>
            <pc:docMk/>
            <pc:sldMk cId="3985198609" sldId="388"/>
            <ac:graphicFrameMk id="35" creationId="{D4D4ABDD-8537-44CA-A070-3E7D3C83B9DE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0:46:47.683" v="3074"/>
          <ac:graphicFrameMkLst>
            <pc:docMk/>
            <pc:sldMk cId="3985198609" sldId="388"/>
            <ac:graphicFrameMk id="53" creationId="{03B7F45D-3F8D-9D2F-93C7-0A403A6A69B8}"/>
          </ac:graphicFrameMkLst>
        </pc:graphicFrameChg>
        <pc:graphicFrameChg chg="mod ord">
          <ac:chgData name="Mundhra, Mukunj" userId="1c2f3120-076c-4bbd-9e2e-035f943010bb" providerId="ADAL" clId="{F49740AB-4157-4968-91D3-3482E897651D}" dt="2026-04-16T11:32:27.205" v="13570"/>
          <ac:graphicFrameMkLst>
            <pc:docMk/>
            <pc:sldMk cId="3985198609" sldId="388"/>
            <ac:graphicFrameMk id="54" creationId="{4C39E03C-DC23-0CEF-D600-2087BDEE9131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0:46:56.763" v="3180"/>
          <ac:graphicFrameMkLst>
            <pc:docMk/>
            <pc:sldMk cId="3985198609" sldId="388"/>
            <ac:graphicFrameMk id="59" creationId="{25751CBA-39AA-ED3E-E71C-F18E0883EE21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0:47:11.630" v="3311"/>
          <ac:graphicFrameMkLst>
            <pc:docMk/>
            <pc:sldMk cId="3985198609" sldId="388"/>
            <ac:graphicFrameMk id="61" creationId="{C3D068D7-EAB4-3710-91EF-1B610EDC3F88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0:47:23.103" v="3394"/>
          <ac:graphicFrameMkLst>
            <pc:docMk/>
            <pc:sldMk cId="3985198609" sldId="388"/>
            <ac:graphicFrameMk id="65" creationId="{2D33C33B-6EC9-203B-D942-95041B11B980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0:47:43.794" v="3509"/>
          <ac:graphicFrameMkLst>
            <pc:docMk/>
            <pc:sldMk cId="3985198609" sldId="388"/>
            <ac:graphicFrameMk id="68" creationId="{90F1AAC0-CB67-0FD6-B842-7F1A9EE9D95B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0:47:46.477" v="3862"/>
          <ac:graphicFrameMkLst>
            <pc:docMk/>
            <pc:sldMk cId="3985198609" sldId="388"/>
            <ac:graphicFrameMk id="71" creationId="{674D4BEE-886C-927B-21ED-D8AEE8282605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0:47:47.149" v="3970"/>
          <ac:graphicFrameMkLst>
            <pc:docMk/>
            <pc:sldMk cId="3985198609" sldId="388"/>
            <ac:graphicFrameMk id="78" creationId="{947FA885-B7A9-8E7D-B9A2-FB1E55316F0C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0:47:50.463" v="4040"/>
          <ac:graphicFrameMkLst>
            <pc:docMk/>
            <pc:sldMk cId="3985198609" sldId="388"/>
            <ac:graphicFrameMk id="81" creationId="{18BC35FA-D86C-26C9-35C3-F7BF3D1C6F87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0:47:52.883" v="4097"/>
          <ac:graphicFrameMkLst>
            <pc:docMk/>
            <pc:sldMk cId="3985198609" sldId="388"/>
            <ac:graphicFrameMk id="82" creationId="{4F9BCBB0-120C-1A9E-850C-3DE10756DE05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0:47:58.303" v="4154"/>
          <ac:graphicFrameMkLst>
            <pc:docMk/>
            <pc:sldMk cId="3985198609" sldId="388"/>
            <ac:graphicFrameMk id="83" creationId="{E3AC36AE-6871-BB75-CB58-80D62D89442F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0:48:01.671" v="4205"/>
          <ac:graphicFrameMkLst>
            <pc:docMk/>
            <pc:sldMk cId="3985198609" sldId="388"/>
            <ac:graphicFrameMk id="84" creationId="{F0FF4DA9-21AC-B560-7CCA-A99E5E86DD1D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0:48:05.967" v="4292"/>
          <ac:graphicFrameMkLst>
            <pc:docMk/>
            <pc:sldMk cId="3985198609" sldId="388"/>
            <ac:graphicFrameMk id="85" creationId="{C21E509E-8BAB-EE26-28D8-EAB21D0985C7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0:48:12.791" v="4354"/>
          <ac:graphicFrameMkLst>
            <pc:docMk/>
            <pc:sldMk cId="3985198609" sldId="388"/>
            <ac:graphicFrameMk id="87" creationId="{995CD248-8F51-36D5-DE58-F92C6A1E1140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0:49:30.073" v="4482"/>
          <ac:graphicFrameMkLst>
            <pc:docMk/>
            <pc:sldMk cId="3985198609" sldId="388"/>
            <ac:graphicFrameMk id="88" creationId="{EDCEAFFD-9657-B987-E4A3-E67597B7BBC6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0:50:02.093" v="4537"/>
          <ac:graphicFrameMkLst>
            <pc:docMk/>
            <pc:sldMk cId="3985198609" sldId="388"/>
            <ac:graphicFrameMk id="90" creationId="{3DA3D887-CFB2-5DF4-D741-01EDCA8ABF9F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0:50:10.053" v="4595"/>
          <ac:graphicFrameMkLst>
            <pc:docMk/>
            <pc:sldMk cId="3985198609" sldId="388"/>
            <ac:graphicFrameMk id="91" creationId="{7A20A53B-35E5-04E0-E541-1FE7CCC0C43B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0:50:18.680" v="4649"/>
          <ac:graphicFrameMkLst>
            <pc:docMk/>
            <pc:sldMk cId="3985198609" sldId="388"/>
            <ac:graphicFrameMk id="92" creationId="{107F4758-C31A-18E5-B3E7-2A18741E8FE7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0:50:22.376" v="4704"/>
          <ac:graphicFrameMkLst>
            <pc:docMk/>
            <pc:sldMk cId="3985198609" sldId="388"/>
            <ac:graphicFrameMk id="93" creationId="{FF7ADEBD-0A64-F502-65F5-01B7BD64B5CE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0:50:25.096" v="4759"/>
          <ac:graphicFrameMkLst>
            <pc:docMk/>
            <pc:sldMk cId="3985198609" sldId="388"/>
            <ac:graphicFrameMk id="94" creationId="{7C070997-4ADB-BC7D-40A7-F0E3EB4C7880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0:50:27.469" v="4815"/>
          <ac:graphicFrameMkLst>
            <pc:docMk/>
            <pc:sldMk cId="3985198609" sldId="388"/>
            <ac:graphicFrameMk id="95" creationId="{79E11550-345E-A79A-8463-9527FEDD4E5F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0:50:44.808" v="4905"/>
          <ac:graphicFrameMkLst>
            <pc:docMk/>
            <pc:sldMk cId="3985198609" sldId="388"/>
            <ac:graphicFrameMk id="96" creationId="{A43FD81F-5636-2F9B-71C2-5F6EB3326B3E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0:50:49.257" v="5119"/>
          <ac:graphicFrameMkLst>
            <pc:docMk/>
            <pc:sldMk cId="3985198609" sldId="388"/>
            <ac:graphicFrameMk id="99" creationId="{72B06992-4683-49BA-070C-EEF34F819D6A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0:50:53.621" v="5261"/>
          <ac:graphicFrameMkLst>
            <pc:docMk/>
            <pc:sldMk cId="3985198609" sldId="388"/>
            <ac:graphicFrameMk id="107" creationId="{26C9CA6C-070F-5D6F-1436-84BA35412C4B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0:53:06.355" v="5353"/>
          <ac:graphicFrameMkLst>
            <pc:docMk/>
            <pc:sldMk cId="3985198609" sldId="388"/>
            <ac:graphicFrameMk id="110" creationId="{3E91DCB1-72CD-C884-C6C4-263EC26FE615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0:53:07.689" v="5404"/>
          <ac:graphicFrameMkLst>
            <pc:docMk/>
            <pc:sldMk cId="3985198609" sldId="388"/>
            <ac:graphicFrameMk id="111" creationId="{9943B165-4D2A-1C2C-DDE6-B3B5EFD71EAC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0:53:09.685" v="5455"/>
          <ac:graphicFrameMkLst>
            <pc:docMk/>
            <pc:sldMk cId="3985198609" sldId="388"/>
            <ac:graphicFrameMk id="112" creationId="{6D435E88-C0D0-A35E-74B8-0DB98B572CC1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0:53:25.783" v="5506"/>
          <ac:graphicFrameMkLst>
            <pc:docMk/>
            <pc:sldMk cId="3985198609" sldId="388"/>
            <ac:graphicFrameMk id="113" creationId="{CED15C7E-86E0-FE7F-2613-46ED9A9AD917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0:53:26.754" v="5557"/>
          <ac:graphicFrameMkLst>
            <pc:docMk/>
            <pc:sldMk cId="3985198609" sldId="388"/>
            <ac:graphicFrameMk id="114" creationId="{1AE437E9-90D8-11D2-E4CB-926EFEB9CCC0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0:53:39.618" v="5635"/>
          <ac:graphicFrameMkLst>
            <pc:docMk/>
            <pc:sldMk cId="3985198609" sldId="388"/>
            <ac:graphicFrameMk id="115" creationId="{9035C7D6-DF19-1D22-3F2C-90453D8A5433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0:53:41.468" v="5686"/>
          <ac:graphicFrameMkLst>
            <pc:docMk/>
            <pc:sldMk cId="3985198609" sldId="388"/>
            <ac:graphicFrameMk id="116" creationId="{0194E0A0-CBD2-13D2-B81D-AE205B83E806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0:53:54.316" v="5737"/>
          <ac:graphicFrameMkLst>
            <pc:docMk/>
            <pc:sldMk cId="3985198609" sldId="388"/>
            <ac:graphicFrameMk id="117" creationId="{9824F098-681C-7364-0049-30501676D588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0:54:02.723" v="5788"/>
          <ac:graphicFrameMkLst>
            <pc:docMk/>
            <pc:sldMk cId="3985198609" sldId="388"/>
            <ac:graphicFrameMk id="118" creationId="{B92CA7DA-2979-11FB-519A-9B9070F0C632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0:54:04.245" v="5839"/>
          <ac:graphicFrameMkLst>
            <pc:docMk/>
            <pc:sldMk cId="3985198609" sldId="388"/>
            <ac:graphicFrameMk id="119" creationId="{DFA7433E-863A-D59E-FF34-D00C7FB9FCEA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0:54:18.705" v="5890"/>
          <ac:graphicFrameMkLst>
            <pc:docMk/>
            <pc:sldMk cId="3985198609" sldId="388"/>
            <ac:graphicFrameMk id="120" creationId="{35CEADA9-9F66-EBC8-05F1-DC7754BF79E1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0:54:29.206" v="5954"/>
          <ac:graphicFrameMkLst>
            <pc:docMk/>
            <pc:sldMk cId="3985198609" sldId="388"/>
            <ac:graphicFrameMk id="121" creationId="{CC4235BC-F270-0F11-8B32-ADBE0011146F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0:54:31.161" v="5999"/>
          <ac:graphicFrameMkLst>
            <pc:docMk/>
            <pc:sldMk cId="3985198609" sldId="388"/>
            <ac:graphicFrameMk id="122" creationId="{7BF7F63D-CF76-9206-126D-A20E6ACFD3C0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0:54:39.619" v="6044"/>
          <ac:graphicFrameMkLst>
            <pc:docMk/>
            <pc:sldMk cId="3985198609" sldId="388"/>
            <ac:graphicFrameMk id="123" creationId="{2F99B3C3-F355-6B01-561B-BDE7738C4225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0:54:40.841" v="6089"/>
          <ac:graphicFrameMkLst>
            <pc:docMk/>
            <pc:sldMk cId="3985198609" sldId="388"/>
            <ac:graphicFrameMk id="124" creationId="{54E0202B-A996-8CB2-C1FA-DD06B6E5E11F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0:54:45.521" v="6134"/>
          <ac:graphicFrameMkLst>
            <pc:docMk/>
            <pc:sldMk cId="3985198609" sldId="388"/>
            <ac:graphicFrameMk id="125" creationId="{6AE1E5BE-69B4-BF5A-E3EB-84DF8BE009AB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0:54:55.614" v="6189"/>
          <ac:graphicFrameMkLst>
            <pc:docMk/>
            <pc:sldMk cId="3985198609" sldId="388"/>
            <ac:graphicFrameMk id="126" creationId="{0248BB5C-7BF7-B9DF-092B-3DB68794A344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0:54:56.964" v="6234"/>
          <ac:graphicFrameMkLst>
            <pc:docMk/>
            <pc:sldMk cId="3985198609" sldId="388"/>
            <ac:graphicFrameMk id="127" creationId="{62D0AB61-C09F-A538-0EEC-267BFDA80C63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0:55:08.668" v="6279"/>
          <ac:graphicFrameMkLst>
            <pc:docMk/>
            <pc:sldMk cId="3985198609" sldId="388"/>
            <ac:graphicFrameMk id="128" creationId="{2CF534BB-4567-1434-12A5-E820D99019F8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0:55:11.648" v="6324"/>
          <ac:graphicFrameMkLst>
            <pc:docMk/>
            <pc:sldMk cId="3985198609" sldId="388"/>
            <ac:graphicFrameMk id="129" creationId="{DC2D65B6-BD12-2857-06DC-29344E76F76B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0:55:18.864" v="6369"/>
          <ac:graphicFrameMkLst>
            <pc:docMk/>
            <pc:sldMk cId="3985198609" sldId="388"/>
            <ac:graphicFrameMk id="130" creationId="{E4B66611-7801-DC95-94C0-1B468B26C7D1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0:55:47.998" v="6805"/>
          <ac:graphicFrameMkLst>
            <pc:docMk/>
            <pc:sldMk cId="3985198609" sldId="388"/>
            <ac:graphicFrameMk id="131" creationId="{0913CE6E-C3FA-F2D4-3434-0F3580B1D1BA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0:55:53.767" v="6967"/>
          <ac:graphicFrameMkLst>
            <pc:docMk/>
            <pc:sldMk cId="3985198609" sldId="388"/>
            <ac:graphicFrameMk id="141" creationId="{83C39C41-3B7B-9BE3-0ADF-B809743CCBC2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0:56:00.745" v="7128"/>
          <ac:graphicFrameMkLst>
            <pc:docMk/>
            <pc:sldMk cId="3985198609" sldId="388"/>
            <ac:graphicFrameMk id="142" creationId="{9753770F-9F2E-8DF2-0679-9A2EA884E1AC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0:56:19.685" v="7436"/>
          <ac:graphicFrameMkLst>
            <pc:docMk/>
            <pc:sldMk cId="3985198609" sldId="388"/>
            <ac:graphicFrameMk id="143" creationId="{4CB043C2-DCC1-06E2-66D3-BB5E8B4CD28C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0:56:26.095" v="7557"/>
          <ac:graphicFrameMkLst>
            <pc:docMk/>
            <pc:sldMk cId="3985198609" sldId="388"/>
            <ac:graphicFrameMk id="145" creationId="{F6D2E26E-203A-4B52-0C0C-0787DF5CFE42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0:56:29.898" v="7625"/>
          <ac:graphicFrameMkLst>
            <pc:docMk/>
            <pc:sldMk cId="3985198609" sldId="388"/>
            <ac:graphicFrameMk id="146" creationId="{69989B52-5377-4E78-3245-33466E7DC3D4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0:56:36.372" v="7727"/>
          <ac:graphicFrameMkLst>
            <pc:docMk/>
            <pc:sldMk cId="3985198609" sldId="388"/>
            <ac:graphicFrameMk id="147" creationId="{3283183A-A809-9DCD-3466-7486E99DD6F6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0:56:53.966" v="8111"/>
          <ac:graphicFrameMkLst>
            <pc:docMk/>
            <pc:sldMk cId="3985198609" sldId="388"/>
            <ac:graphicFrameMk id="148" creationId="{255ED93A-AA19-71FC-6B55-FCC3ABAB698A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0:56:57.850" v="8475"/>
          <ac:graphicFrameMkLst>
            <pc:docMk/>
            <pc:sldMk cId="3985198609" sldId="388"/>
            <ac:graphicFrameMk id="155" creationId="{BEE78B4D-8A2D-0B96-455E-3C14AC720610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0:57:01.112" v="8779"/>
          <ac:graphicFrameMkLst>
            <pc:docMk/>
            <pc:sldMk cId="3985198609" sldId="388"/>
            <ac:graphicFrameMk id="165" creationId="{9D222AAE-4A84-9801-B139-7F8FEA59EB83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0:57:07.061" v="9463"/>
          <ac:graphicFrameMkLst>
            <pc:docMk/>
            <pc:sldMk cId="3985198609" sldId="388"/>
            <ac:graphicFrameMk id="171" creationId="{9C44D164-27DC-4DF3-6A24-05759EAEFDB2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0:57:16.058" v="10863"/>
          <ac:graphicFrameMkLst>
            <pc:docMk/>
            <pc:sldMk cId="3985198609" sldId="388"/>
            <ac:graphicFrameMk id="183" creationId="{BEB22AFB-C0C8-DA20-AA93-EF242BD9A2C9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0:57:39.822" v="11385"/>
          <ac:graphicFrameMkLst>
            <pc:docMk/>
            <pc:sldMk cId="3985198609" sldId="388"/>
            <ac:graphicFrameMk id="209" creationId="{E915585A-A8F2-9288-C680-14C8667FD450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0:57:44.139" v="11591"/>
          <ac:graphicFrameMkLst>
            <pc:docMk/>
            <pc:sldMk cId="3985198609" sldId="388"/>
            <ac:graphicFrameMk id="214" creationId="{90D2A626-4B49-DE19-9115-013BF4102C96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0:57:48.652" v="11644"/>
          <ac:graphicFrameMkLst>
            <pc:docMk/>
            <pc:sldMk cId="3985198609" sldId="388"/>
            <ac:graphicFrameMk id="221" creationId="{F8AD24C2-5529-726A-5F60-6D5E4C7F9311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1:29:13.156" v="11697"/>
          <ac:graphicFrameMkLst>
            <pc:docMk/>
            <pc:sldMk cId="3985198609" sldId="388"/>
            <ac:graphicFrameMk id="222" creationId="{D2E167C4-0865-BEC6-6A3C-23E9429270A6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1:29:19.505" v="11806"/>
          <ac:graphicFrameMkLst>
            <pc:docMk/>
            <pc:sldMk cId="3985198609" sldId="388"/>
            <ac:graphicFrameMk id="223" creationId="{9DBB315A-963C-0B33-1C33-260781BB28CB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1:29:29.967" v="11915"/>
          <ac:graphicFrameMkLst>
            <pc:docMk/>
            <pc:sldMk cId="3985198609" sldId="388"/>
            <ac:graphicFrameMk id="224" creationId="{2C12D9D5-72C8-2AA4-A7EC-71E140657D6E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1:29:34.418" v="12024"/>
          <ac:graphicFrameMkLst>
            <pc:docMk/>
            <pc:sldMk cId="3985198609" sldId="388"/>
            <ac:graphicFrameMk id="225" creationId="{35C5DD15-D9ED-4D8E-A962-A47B10589970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1:29:35.470" v="12133"/>
          <ac:graphicFrameMkLst>
            <pc:docMk/>
            <pc:sldMk cId="3985198609" sldId="388"/>
            <ac:graphicFrameMk id="226" creationId="{56EA06DE-6CC3-B12C-2776-05405A1EC15A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1:29:40.379" v="12242"/>
          <ac:graphicFrameMkLst>
            <pc:docMk/>
            <pc:sldMk cId="3985198609" sldId="388"/>
            <ac:graphicFrameMk id="227" creationId="{B2793893-5D4E-32A4-C9D6-8EA5EEDE9D23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1:29:45.805" v="12351"/>
          <ac:graphicFrameMkLst>
            <pc:docMk/>
            <pc:sldMk cId="3985198609" sldId="388"/>
            <ac:graphicFrameMk id="228" creationId="{38BF579D-DB62-BBA4-7968-E39D24FAED38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1:30:55.737" v="12461"/>
          <ac:graphicFrameMkLst>
            <pc:docMk/>
            <pc:sldMk cId="3985198609" sldId="388"/>
            <ac:graphicFrameMk id="229" creationId="{B23B2456-85DC-4A65-0DD5-3FC71A253415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1:30:58.865" v="12614"/>
          <ac:graphicFrameMkLst>
            <pc:docMk/>
            <pc:sldMk cId="3985198609" sldId="388"/>
            <ac:graphicFrameMk id="230" creationId="{CDE27949-E223-E524-0756-D80CD4EA2A8B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1:31:03.596" v="12765"/>
          <ac:graphicFrameMkLst>
            <pc:docMk/>
            <pc:sldMk cId="3985198609" sldId="388"/>
            <ac:graphicFrameMk id="233" creationId="{CE885900-E53F-4337-F22B-305D1C3903E9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1:31:56.710" v="13043"/>
          <ac:graphicFrameMkLst>
            <pc:docMk/>
            <pc:sldMk cId="3985198609" sldId="388"/>
            <ac:graphicFrameMk id="236" creationId="{5D5FE68A-29FE-A217-DD6E-D753FF92707A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1:32:07.858" v="13157"/>
          <ac:graphicFrameMkLst>
            <pc:docMk/>
            <pc:sldMk cId="3985198609" sldId="388"/>
            <ac:graphicFrameMk id="241" creationId="{F5518BDB-4183-8EC3-4770-A58778E7138B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1:32:16.119" v="13262"/>
          <ac:graphicFrameMkLst>
            <pc:docMk/>
            <pc:sldMk cId="3985198609" sldId="388"/>
            <ac:graphicFrameMk id="242" creationId="{27D0AE93-FDF7-401B-317E-04329E2F5F37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1:32:17.135" v="13334"/>
          <ac:graphicFrameMkLst>
            <pc:docMk/>
            <pc:sldMk cId="3985198609" sldId="388"/>
            <ac:graphicFrameMk id="244" creationId="{294DDF27-CBB0-8403-1E58-FE02AE146DBF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1:32:22.285" v="13402"/>
          <ac:graphicFrameMkLst>
            <pc:docMk/>
            <pc:sldMk cId="3985198609" sldId="388"/>
            <ac:graphicFrameMk id="245" creationId="{2AE7F8A5-DB76-F31C-477A-DE56EA874093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1:32:24.181" v="13476"/>
          <ac:graphicFrameMkLst>
            <pc:docMk/>
            <pc:sldMk cId="3985198609" sldId="388"/>
            <ac:graphicFrameMk id="246" creationId="{1D825E8B-C4C5-865C-D6B0-9E7A4DF697C8}"/>
          </ac:graphicFrameMkLst>
        </pc:graphicFrameChg>
        <pc:graphicFrameChg chg="add del mod ord">
          <ac:chgData name="Mundhra, Mukunj" userId="1c2f3120-076c-4bbd-9e2e-035f943010bb" providerId="ADAL" clId="{F49740AB-4157-4968-91D3-3482E897651D}" dt="2026-04-16T11:32:27.110" v="13546"/>
          <ac:graphicFrameMkLst>
            <pc:docMk/>
            <pc:sldMk cId="3985198609" sldId="388"/>
            <ac:graphicFrameMk id="247" creationId="{8E8B8408-9D85-83D2-F2EC-0DD0D2AA72D5}"/>
          </ac:graphicFrameMkLst>
        </pc:graphicFrameChg>
        <pc:graphicFrameChg chg="add mod ord">
          <ac:chgData name="Mundhra, Mukunj" userId="1c2f3120-076c-4bbd-9e2e-035f943010bb" providerId="ADAL" clId="{F49740AB-4157-4968-91D3-3482E897651D}" dt="2026-04-16T11:32:27.205" v="13572"/>
          <ac:graphicFrameMkLst>
            <pc:docMk/>
            <pc:sldMk cId="3985198609" sldId="388"/>
            <ac:graphicFrameMk id="248" creationId="{B239C834-6F13-B37B-FE30-00F8BF0200AD}"/>
          </ac:graphicFrameMkLst>
        </pc:graphicFrameChg>
        <pc:cxnChg chg="add mod ord">
          <ac:chgData name="Mundhra, Mukunj" userId="1c2f3120-076c-4bbd-9e2e-035f943010bb" providerId="ADAL" clId="{F49740AB-4157-4968-91D3-3482E897651D}" dt="2026-04-16T10:18:19.847" v="2143" actId="13822"/>
          <ac:cxnSpMkLst>
            <pc:docMk/>
            <pc:sldMk cId="3985198609" sldId="388"/>
            <ac:cxnSpMk id="18" creationId="{E012686C-820E-42C5-63D0-B837943ADEE7}"/>
          </ac:cxnSpMkLst>
        </pc:cxnChg>
        <pc:cxnChg chg="add mod ord">
          <ac:chgData name="Mundhra, Mukunj" userId="1c2f3120-076c-4bbd-9e2e-035f943010bb" providerId="ADAL" clId="{F49740AB-4157-4968-91D3-3482E897651D}" dt="2026-04-16T10:18:19.838" v="2128" actId="13822"/>
          <ac:cxnSpMkLst>
            <pc:docMk/>
            <pc:sldMk cId="3985198609" sldId="388"/>
            <ac:cxnSpMk id="19" creationId="{7844BD54-C506-8F52-12F0-47475BC13901}"/>
          </ac:cxnSpMkLst>
        </pc:cxnChg>
        <pc:cxnChg chg="add mod ord">
          <ac:chgData name="Mundhra, Mukunj" userId="1c2f3120-076c-4bbd-9e2e-035f943010bb" providerId="ADAL" clId="{F49740AB-4157-4968-91D3-3482E897651D}" dt="2026-04-16T10:19:10.307" v="2442" actId="13822"/>
          <ac:cxnSpMkLst>
            <pc:docMk/>
            <pc:sldMk cId="3985198609" sldId="388"/>
            <ac:cxnSpMk id="23" creationId="{230235FE-E8C9-D70E-38F8-1169A13E4EEB}"/>
          </ac:cxnSpMkLst>
        </pc:cxnChg>
        <pc:cxnChg chg="add del mod ord">
          <ac:chgData name="Mundhra, Mukunj" userId="1c2f3120-076c-4bbd-9e2e-035f943010bb" providerId="ADAL" clId="{F49740AB-4157-4968-91D3-3482E897651D}" dt="2026-04-16T10:48:13.425" v="4361"/>
          <ac:cxnSpMkLst>
            <pc:docMk/>
            <pc:sldMk cId="3985198609" sldId="388"/>
            <ac:cxnSpMk id="69" creationId="{3E956AC2-D936-DA53-339B-6CAE7718EA0D}"/>
          </ac:cxnSpMkLst>
        </pc:cxnChg>
        <pc:cxnChg chg="add del mod ord">
          <ac:chgData name="Mundhra, Mukunj" userId="1c2f3120-076c-4bbd-9e2e-035f943010bb" providerId="ADAL" clId="{F49740AB-4157-4968-91D3-3482E897651D}" dt="2026-04-16T10:48:13.425" v="4363"/>
          <ac:cxnSpMkLst>
            <pc:docMk/>
            <pc:sldMk cId="3985198609" sldId="388"/>
            <ac:cxnSpMk id="70" creationId="{38BD002A-7C45-4ACE-3C2E-8FC5D52D6B2F}"/>
          </ac:cxnSpMkLst>
        </pc:cxnChg>
        <pc:cxnChg chg="add del mod ord">
          <ac:chgData name="Mundhra, Mukunj" userId="1c2f3120-076c-4bbd-9e2e-035f943010bb" providerId="ADAL" clId="{F49740AB-4157-4968-91D3-3482E897651D}" dt="2026-04-16T10:47:47.275" v="3977"/>
          <ac:cxnSpMkLst>
            <pc:docMk/>
            <pc:sldMk cId="3985198609" sldId="388"/>
            <ac:cxnSpMk id="79" creationId="{CDF235EF-72F7-9A5E-5D90-A704750138DC}"/>
          </ac:cxnSpMkLst>
        </pc:cxnChg>
        <pc:cxnChg chg="add del mod ord">
          <ac:chgData name="Mundhra, Mukunj" userId="1c2f3120-076c-4bbd-9e2e-035f943010bb" providerId="ADAL" clId="{F49740AB-4157-4968-91D3-3482E897651D}" dt="2026-04-16T10:48:06.224" v="4301"/>
          <ac:cxnSpMkLst>
            <pc:docMk/>
            <pc:sldMk cId="3985198609" sldId="388"/>
            <ac:cxnSpMk id="80" creationId="{B14BDE90-8574-F32D-D566-D98DE812509B}"/>
          </ac:cxnSpMkLst>
        </pc:cxnChg>
        <pc:cxnChg chg="add del mod ord">
          <ac:chgData name="Mundhra, Mukunj" userId="1c2f3120-076c-4bbd-9e2e-035f943010bb" providerId="ADAL" clId="{F49740AB-4157-4968-91D3-3482E897651D}" dt="2026-04-16T10:48:06.224" v="4299"/>
          <ac:cxnSpMkLst>
            <pc:docMk/>
            <pc:sldMk cId="3985198609" sldId="388"/>
            <ac:cxnSpMk id="86" creationId="{A2100BF4-3422-B497-0508-137471ACF744}"/>
          </ac:cxnSpMkLst>
        </pc:cxnChg>
        <pc:cxnChg chg="add del mod ord">
          <ac:chgData name="Mundhra, Mukunj" userId="1c2f3120-076c-4bbd-9e2e-035f943010bb" providerId="ADAL" clId="{F49740AB-4157-4968-91D3-3482E897651D}" dt="2026-04-16T10:54:19.028" v="5899"/>
          <ac:cxnSpMkLst>
            <pc:docMk/>
            <pc:sldMk cId="3985198609" sldId="388"/>
            <ac:cxnSpMk id="97" creationId="{6CF37B4A-C8D7-3819-DAC1-9F1C3503B2C9}"/>
          </ac:cxnSpMkLst>
        </pc:cxnChg>
        <pc:cxnChg chg="add del mod ord">
          <ac:chgData name="Mundhra, Mukunj" userId="1c2f3120-076c-4bbd-9e2e-035f943010bb" providerId="ADAL" clId="{F49740AB-4157-4968-91D3-3482E897651D}" dt="2026-04-16T10:50:49.684" v="5152"/>
          <ac:cxnSpMkLst>
            <pc:docMk/>
            <pc:sldMk cId="3985198609" sldId="388"/>
            <ac:cxnSpMk id="98" creationId="{B9677E2C-6CA9-E6D4-0E20-36F30FB34B88}"/>
          </ac:cxnSpMkLst>
        </pc:cxnChg>
        <pc:cxnChg chg="add del mod ord">
          <ac:chgData name="Mundhra, Mukunj" userId="1c2f3120-076c-4bbd-9e2e-035f943010bb" providerId="ADAL" clId="{F49740AB-4157-4968-91D3-3482E897651D}" dt="2026-04-16T10:54:19.022" v="5897"/>
          <ac:cxnSpMkLst>
            <pc:docMk/>
            <pc:sldMk cId="3985198609" sldId="388"/>
            <ac:cxnSpMk id="100" creationId="{9DAA4BAC-3743-D539-5338-22F2FE583745}"/>
          </ac:cxnSpMkLst>
        </pc:cxnChg>
        <pc:cxnChg chg="add del mod ord">
          <ac:chgData name="Mundhra, Mukunj" userId="1c2f3120-076c-4bbd-9e2e-035f943010bb" providerId="ADAL" clId="{F49740AB-4157-4968-91D3-3482E897651D}" dt="2026-04-16T10:54:19.030" v="5901"/>
          <ac:cxnSpMkLst>
            <pc:docMk/>
            <pc:sldMk cId="3985198609" sldId="388"/>
            <ac:cxnSpMk id="101" creationId="{F6C86697-606A-9636-B18B-086C0B685E78}"/>
          </ac:cxnSpMkLst>
        </pc:cxnChg>
        <pc:cxnChg chg="add del mod ord">
          <ac:chgData name="Mundhra, Mukunj" userId="1c2f3120-076c-4bbd-9e2e-035f943010bb" providerId="ADAL" clId="{F49740AB-4157-4968-91D3-3482E897651D}" dt="2026-04-16T10:50:49.700" v="5154"/>
          <ac:cxnSpMkLst>
            <pc:docMk/>
            <pc:sldMk cId="3985198609" sldId="388"/>
            <ac:cxnSpMk id="102" creationId="{2084E1F0-2A82-284D-ED4C-305C208C7482}"/>
          </ac:cxnSpMkLst>
        </pc:cxnChg>
        <pc:cxnChg chg="add del mod ord">
          <ac:chgData name="Mundhra, Mukunj" userId="1c2f3120-076c-4bbd-9e2e-035f943010bb" providerId="ADAL" clId="{F49740AB-4157-4968-91D3-3482E897651D}" dt="2026-04-16T10:50:49.700" v="5156"/>
          <ac:cxnSpMkLst>
            <pc:docMk/>
            <pc:sldMk cId="3985198609" sldId="388"/>
            <ac:cxnSpMk id="103" creationId="{D1F66B0A-BD05-6271-6CEA-CD9B84A104DD}"/>
          </ac:cxnSpMkLst>
        </pc:cxnChg>
        <pc:cxnChg chg="add del mod ord">
          <ac:chgData name="Mundhra, Mukunj" userId="1c2f3120-076c-4bbd-9e2e-035f943010bb" providerId="ADAL" clId="{F49740AB-4157-4968-91D3-3482E897651D}" dt="2026-04-16T10:50:49.704" v="5158"/>
          <ac:cxnSpMkLst>
            <pc:docMk/>
            <pc:sldMk cId="3985198609" sldId="388"/>
            <ac:cxnSpMk id="104" creationId="{FE92328A-1AD5-C9A0-B87E-0BD24BEC907C}"/>
          </ac:cxnSpMkLst>
        </pc:cxnChg>
        <pc:cxnChg chg="add del mod ord">
          <ac:chgData name="Mundhra, Mukunj" userId="1c2f3120-076c-4bbd-9e2e-035f943010bb" providerId="ADAL" clId="{F49740AB-4157-4968-91D3-3482E897651D}" dt="2026-04-16T10:56:54.077" v="8118"/>
          <ac:cxnSpMkLst>
            <pc:docMk/>
            <pc:sldMk cId="3985198609" sldId="388"/>
            <ac:cxnSpMk id="137" creationId="{BAE75CD7-8F8C-14C9-AC3F-493A566DE88F}"/>
          </ac:cxnSpMkLst>
        </pc:cxnChg>
        <pc:cxnChg chg="add del mod ord">
          <ac:chgData name="Mundhra, Mukunj" userId="1c2f3120-076c-4bbd-9e2e-035f943010bb" providerId="ADAL" clId="{F49740AB-4157-4968-91D3-3482E897651D}" dt="2026-04-16T10:56:54.090" v="8134"/>
          <ac:cxnSpMkLst>
            <pc:docMk/>
            <pc:sldMk cId="3985198609" sldId="388"/>
            <ac:cxnSpMk id="138" creationId="{B745F67F-4107-EE06-3196-8D76B74752F8}"/>
          </ac:cxnSpMkLst>
        </pc:cxnChg>
        <pc:cxnChg chg="add del mod ord">
          <ac:chgData name="Mundhra, Mukunj" userId="1c2f3120-076c-4bbd-9e2e-035f943010bb" providerId="ADAL" clId="{F49740AB-4157-4968-91D3-3482E897651D}" dt="2026-04-16T10:56:54.106" v="8150"/>
          <ac:cxnSpMkLst>
            <pc:docMk/>
            <pc:sldMk cId="3985198609" sldId="388"/>
            <ac:cxnSpMk id="139" creationId="{32C7F061-8BAA-EDE5-BEF7-2404A675E8EC}"/>
          </ac:cxnSpMkLst>
        </pc:cxnChg>
        <pc:cxnChg chg="add del mod ord">
          <ac:chgData name="Mundhra, Mukunj" userId="1c2f3120-076c-4bbd-9e2e-035f943010bb" providerId="ADAL" clId="{F49740AB-4157-4968-91D3-3482E897651D}" dt="2026-04-16T10:56:54.106" v="8166"/>
          <ac:cxnSpMkLst>
            <pc:docMk/>
            <pc:sldMk cId="3985198609" sldId="388"/>
            <ac:cxnSpMk id="140" creationId="{45C6A31C-D184-7205-1A84-10384CDFB1BC}"/>
          </ac:cxnSpMkLst>
        </pc:cxnChg>
        <pc:cxnChg chg="add del mod ord">
          <ac:chgData name="Mundhra, Mukunj" userId="1c2f3120-076c-4bbd-9e2e-035f943010bb" providerId="ADAL" clId="{F49740AB-4157-4968-91D3-3482E897651D}" dt="2026-04-16T11:30:55.946" v="12468"/>
          <ac:cxnSpMkLst>
            <pc:docMk/>
            <pc:sldMk cId="3985198609" sldId="388"/>
            <ac:cxnSpMk id="215" creationId="{A02646BF-AC2C-5912-6E43-DE7C486C7328}"/>
          </ac:cxnSpMkLst>
        </pc:cxnChg>
        <pc:cxnChg chg="add del mod ord">
          <ac:chgData name="Mundhra, Mukunj" userId="1c2f3120-076c-4bbd-9e2e-035f943010bb" providerId="ADAL" clId="{F49740AB-4157-4968-91D3-3482E897651D}" dt="2026-04-16T11:30:55.966" v="12470"/>
          <ac:cxnSpMkLst>
            <pc:docMk/>
            <pc:sldMk cId="3985198609" sldId="388"/>
            <ac:cxnSpMk id="216" creationId="{997D5A8C-AF3A-2577-8DFB-217676DC61D3}"/>
          </ac:cxnSpMkLst>
        </pc:cxnChg>
        <pc:cxnChg chg="add mod ord">
          <ac:chgData name="Mundhra, Mukunj" userId="1c2f3120-076c-4bbd-9e2e-035f943010bb" providerId="ADAL" clId="{F49740AB-4157-4968-91D3-3482E897651D}" dt="2026-04-16T11:32:27.205" v="13587"/>
          <ac:cxnSpMkLst>
            <pc:docMk/>
            <pc:sldMk cId="3985198609" sldId="388"/>
            <ac:cxnSpMk id="217" creationId="{92839E2B-9526-F48A-168B-4F1C63E73B79}"/>
          </ac:cxnSpMkLst>
        </pc:cxnChg>
        <pc:cxnChg chg="add mod ord">
          <ac:chgData name="Mundhra, Mukunj" userId="1c2f3120-076c-4bbd-9e2e-035f943010bb" providerId="ADAL" clId="{F49740AB-4157-4968-91D3-3482E897651D}" dt="2026-04-16T11:32:27.205" v="13589"/>
          <ac:cxnSpMkLst>
            <pc:docMk/>
            <pc:sldMk cId="3985198609" sldId="388"/>
            <ac:cxnSpMk id="218" creationId="{D94E4110-7C6B-A94B-FE28-FE31C7A1902C}"/>
          </ac:cxnSpMkLst>
        </pc:cxnChg>
        <pc:cxnChg chg="add mod ord">
          <ac:chgData name="Mundhra, Mukunj" userId="1c2f3120-076c-4bbd-9e2e-035f943010bb" providerId="ADAL" clId="{F49740AB-4157-4968-91D3-3482E897651D}" dt="2026-04-16T11:32:27.205" v="13591"/>
          <ac:cxnSpMkLst>
            <pc:docMk/>
            <pc:sldMk cId="3985198609" sldId="388"/>
            <ac:cxnSpMk id="219" creationId="{0D301A9A-BF0C-8591-67F1-55306D811742}"/>
          </ac:cxnSpMkLst>
        </pc:cxnChg>
        <pc:cxnChg chg="add mod ord">
          <ac:chgData name="Mundhra, Mukunj" userId="1c2f3120-076c-4bbd-9e2e-035f943010bb" providerId="ADAL" clId="{F49740AB-4157-4968-91D3-3482E897651D}" dt="2026-04-16T11:32:27.205" v="13593"/>
          <ac:cxnSpMkLst>
            <pc:docMk/>
            <pc:sldMk cId="3985198609" sldId="388"/>
            <ac:cxnSpMk id="220" creationId="{5F8981C3-3A80-1178-CC6A-2EC873F54435}"/>
          </ac:cxnSpMkLst>
        </pc:cxnChg>
        <pc:cxnChg chg="add del mod ord">
          <ac:chgData name="Mundhra, Mukunj" userId="1c2f3120-076c-4bbd-9e2e-035f943010bb" providerId="ADAL" clId="{F49740AB-4157-4968-91D3-3482E897651D}" dt="2026-04-16T11:31:44.374" v="12987"/>
          <ac:cxnSpMkLst>
            <pc:docMk/>
            <pc:sldMk cId="3985198609" sldId="388"/>
            <ac:cxnSpMk id="237" creationId="{1345855E-8779-5457-9672-4B52D354B68A}"/>
          </ac:cxnSpMkLst>
        </pc:cxnChg>
        <pc:cxnChg chg="add del mod ord">
          <ac:chgData name="Mundhra, Mukunj" userId="1c2f3120-076c-4bbd-9e2e-035f943010bb" providerId="ADAL" clId="{F49740AB-4157-4968-91D3-3482E897651D}" dt="2026-04-16T11:31:44.374" v="12989"/>
          <ac:cxnSpMkLst>
            <pc:docMk/>
            <pc:sldMk cId="3985198609" sldId="388"/>
            <ac:cxnSpMk id="238" creationId="{8CBF204E-E90B-FDEC-A029-C3D3B6AC2311}"/>
          </ac:cxnSpMkLst>
        </pc:cxnChg>
        <pc:cxnChg chg="add del mod ord">
          <ac:chgData name="Mundhra, Mukunj" userId="1c2f3120-076c-4bbd-9e2e-035f943010bb" providerId="ADAL" clId="{F49740AB-4157-4968-91D3-3482E897651D}" dt="2026-04-16T11:31:44.374" v="12991"/>
          <ac:cxnSpMkLst>
            <pc:docMk/>
            <pc:sldMk cId="3985198609" sldId="388"/>
            <ac:cxnSpMk id="239" creationId="{90F2AD71-66FF-7AEE-C480-BB1C99C4D56D}"/>
          </ac:cxnSpMkLst>
        </pc:cxnChg>
      </pc:sldChg>
      <pc:sldChg chg="addSp delSp modSp add mod">
        <pc:chgData name="Mundhra, Mukunj" userId="1c2f3120-076c-4bbd-9e2e-035f943010bb" providerId="ADAL" clId="{F49740AB-4157-4968-91D3-3482E897651D}" dt="2026-04-16T12:07:04.775" v="14090" actId="20577"/>
        <pc:sldMkLst>
          <pc:docMk/>
          <pc:sldMk cId="1138203354" sldId="926"/>
        </pc:sldMkLst>
        <pc:spChg chg="mod">
          <ac:chgData name="Mundhra, Mukunj" userId="1c2f3120-076c-4bbd-9e2e-035f943010bb" providerId="ADAL" clId="{F49740AB-4157-4968-91D3-3482E897651D}" dt="2026-04-16T11:52:19.672" v="13763" actId="948"/>
          <ac:spMkLst>
            <pc:docMk/>
            <pc:sldMk cId="1138203354" sldId="926"/>
            <ac:spMk id="2" creationId="{421BD5AE-2944-D090-EDB9-0B9444F09DB7}"/>
          </ac:spMkLst>
        </pc:spChg>
        <pc:spChg chg="add mod">
          <ac:chgData name="Mundhra, Mukunj" userId="1c2f3120-076c-4bbd-9e2e-035f943010bb" providerId="ADAL" clId="{F49740AB-4157-4968-91D3-3482E897651D}" dt="2026-04-16T11:36:24.853" v="13710"/>
          <ac:spMkLst>
            <pc:docMk/>
            <pc:sldMk cId="1138203354" sldId="926"/>
            <ac:spMk id="8" creationId="{0997FAC6-1450-92BA-479C-981703DEA6CF}"/>
          </ac:spMkLst>
        </pc:spChg>
        <pc:spChg chg="add mod">
          <ac:chgData name="Mundhra, Mukunj" userId="1c2f3120-076c-4bbd-9e2e-035f943010bb" providerId="ADAL" clId="{F49740AB-4157-4968-91D3-3482E897651D}" dt="2026-04-16T11:36:24.853" v="13712"/>
          <ac:spMkLst>
            <pc:docMk/>
            <pc:sldMk cId="1138203354" sldId="926"/>
            <ac:spMk id="9" creationId="{38ACEEFB-B731-5655-73C6-9DACD08BB077}"/>
          </ac:spMkLst>
        </pc:spChg>
        <pc:spChg chg="add mod">
          <ac:chgData name="Mundhra, Mukunj" userId="1c2f3120-076c-4bbd-9e2e-035f943010bb" providerId="ADAL" clId="{F49740AB-4157-4968-91D3-3482E897651D}" dt="2026-04-16T11:36:24.853" v="13710"/>
          <ac:spMkLst>
            <pc:docMk/>
            <pc:sldMk cId="1138203354" sldId="926"/>
            <ac:spMk id="10" creationId="{C536FAB4-3866-CDD6-C7BB-2FC133F37F4E}"/>
          </ac:spMkLst>
        </pc:spChg>
        <pc:spChg chg="add mod">
          <ac:chgData name="Mundhra, Mukunj" userId="1c2f3120-076c-4bbd-9e2e-035f943010bb" providerId="ADAL" clId="{F49740AB-4157-4968-91D3-3482E897651D}" dt="2026-04-16T11:36:24.853" v="13712"/>
          <ac:spMkLst>
            <pc:docMk/>
            <pc:sldMk cId="1138203354" sldId="926"/>
            <ac:spMk id="11" creationId="{9468540E-0218-CEA2-352B-39BA86C35977}"/>
          </ac:spMkLst>
        </pc:spChg>
        <pc:spChg chg="mod">
          <ac:chgData name="Mundhra, Mukunj" userId="1c2f3120-076c-4bbd-9e2e-035f943010bb" providerId="ADAL" clId="{F49740AB-4157-4968-91D3-3482E897651D}" dt="2026-04-16T12:07:04.775" v="14090" actId="20577"/>
          <ac:spMkLst>
            <pc:docMk/>
            <pc:sldMk cId="1138203354" sldId="926"/>
            <ac:spMk id="17" creationId="{F8BEC122-EF5D-A209-402B-5B06351B0BF8}"/>
          </ac:spMkLst>
        </pc:spChg>
        <pc:spChg chg="mod">
          <ac:chgData name="Mundhra, Mukunj" userId="1c2f3120-076c-4bbd-9e2e-035f943010bb" providerId="ADAL" clId="{F49740AB-4157-4968-91D3-3482E897651D}" dt="2026-04-16T12:06:59.664" v="14089" actId="20577"/>
          <ac:spMkLst>
            <pc:docMk/>
            <pc:sldMk cId="1138203354" sldId="926"/>
            <ac:spMk id="18" creationId="{5A11DD8F-6805-7603-65CB-D46CFED8ADD5}"/>
          </ac:spMkLst>
        </pc:spChg>
        <pc:spChg chg="mod">
          <ac:chgData name="Mundhra, Mukunj" userId="1c2f3120-076c-4bbd-9e2e-035f943010bb" providerId="ADAL" clId="{F49740AB-4157-4968-91D3-3482E897651D}" dt="2026-04-16T12:06:54.673" v="14088" actId="122"/>
          <ac:spMkLst>
            <pc:docMk/>
            <pc:sldMk cId="1138203354" sldId="926"/>
            <ac:spMk id="19" creationId="{056DD413-6C7A-D4FD-7297-C9D9D9EE4406}"/>
          </ac:spMkLst>
        </pc:spChg>
        <pc:spChg chg="del">
          <ac:chgData name="Mundhra, Mukunj" userId="1c2f3120-076c-4bbd-9e2e-035f943010bb" providerId="ADAL" clId="{F49740AB-4157-4968-91D3-3482E897651D}" dt="2026-04-16T11:52:06.345" v="13761" actId="478"/>
          <ac:spMkLst>
            <pc:docMk/>
            <pc:sldMk cId="1138203354" sldId="926"/>
            <ac:spMk id="20" creationId="{76655F74-288B-3F61-B3F3-86F350E252E9}"/>
          </ac:spMkLst>
        </pc:spChg>
        <pc:spChg chg="add del mod modVis">
          <ac:chgData name="Mundhra, Mukunj" userId="1c2f3120-076c-4bbd-9e2e-035f943010bb" providerId="ADAL" clId="{F49740AB-4157-4968-91D3-3482E897651D}" dt="2026-04-16T11:46:06.564" v="13747"/>
          <ac:spMkLst>
            <pc:docMk/>
            <pc:sldMk cId="1138203354" sldId="926"/>
            <ac:spMk id="30" creationId="{39E94EAD-E024-5038-70C9-C54687957F28}"/>
          </ac:spMkLst>
        </pc:spChg>
        <pc:spChg chg="add mod">
          <ac:chgData name="Mundhra, Mukunj" userId="1c2f3120-076c-4bbd-9e2e-035f943010bb" providerId="ADAL" clId="{F49740AB-4157-4968-91D3-3482E897651D}" dt="2026-04-16T11:58:02.645" v="13943" actId="1076"/>
          <ac:spMkLst>
            <pc:docMk/>
            <pc:sldMk cId="1138203354" sldId="926"/>
            <ac:spMk id="31" creationId="{0AF8F491-E1B6-711C-A020-74D57ADD8557}"/>
          </ac:spMkLst>
        </pc:spChg>
        <pc:spChg chg="add mod">
          <ac:chgData name="Mundhra, Mukunj" userId="1c2f3120-076c-4bbd-9e2e-035f943010bb" providerId="ADAL" clId="{F49740AB-4157-4968-91D3-3482E897651D}" dt="2026-04-16T11:59:25.895" v="13959" actId="1076"/>
          <ac:spMkLst>
            <pc:docMk/>
            <pc:sldMk cId="1138203354" sldId="926"/>
            <ac:spMk id="32" creationId="{5F4E1842-A578-ED64-5C3E-72639945BAE7}"/>
          </ac:spMkLst>
        </pc:spChg>
        <pc:spChg chg="add mod">
          <ac:chgData name="Mundhra, Mukunj" userId="1c2f3120-076c-4bbd-9e2e-035f943010bb" providerId="ADAL" clId="{F49740AB-4157-4968-91D3-3482E897651D}" dt="2026-04-16T11:58:31.898" v="13953" actId="1076"/>
          <ac:spMkLst>
            <pc:docMk/>
            <pc:sldMk cId="1138203354" sldId="926"/>
            <ac:spMk id="33" creationId="{18B58677-CB20-B0F9-4411-F250E99B90BD}"/>
          </ac:spMkLst>
        </pc:spChg>
        <pc:spChg chg="add mod">
          <ac:chgData name="Mundhra, Mukunj" userId="1c2f3120-076c-4bbd-9e2e-035f943010bb" providerId="ADAL" clId="{F49740AB-4157-4968-91D3-3482E897651D}" dt="2026-04-16T11:59:35.178" v="13961" actId="1076"/>
          <ac:spMkLst>
            <pc:docMk/>
            <pc:sldMk cId="1138203354" sldId="926"/>
            <ac:spMk id="43" creationId="{987494F8-1753-7750-6B38-8A153B7F61DE}"/>
          </ac:spMkLst>
        </pc:spChg>
        <pc:spChg chg="add mod">
          <ac:chgData name="Mundhra, Mukunj" userId="1c2f3120-076c-4bbd-9e2e-035f943010bb" providerId="ADAL" clId="{F49740AB-4157-4968-91D3-3482E897651D}" dt="2026-04-16T11:59:46.396" v="13963" actId="1076"/>
          <ac:spMkLst>
            <pc:docMk/>
            <pc:sldMk cId="1138203354" sldId="926"/>
            <ac:spMk id="44" creationId="{31A60357-37FA-CE95-971A-13FE9698915B}"/>
          </ac:spMkLst>
        </pc:spChg>
        <pc:spChg chg="add del mod">
          <ac:chgData name="Mundhra, Mukunj" userId="1c2f3120-076c-4bbd-9e2e-035f943010bb" providerId="ADAL" clId="{F49740AB-4157-4968-91D3-3482E897651D}" dt="2026-04-16T11:57:54.509" v="13942" actId="478"/>
          <ac:spMkLst>
            <pc:docMk/>
            <pc:sldMk cId="1138203354" sldId="926"/>
            <ac:spMk id="45" creationId="{8154858C-994E-E7A3-1D8A-EA18777B23C8}"/>
          </ac:spMkLst>
        </pc:spChg>
        <pc:spChg chg="add del mod">
          <ac:chgData name="Mundhra, Mukunj" userId="1c2f3120-076c-4bbd-9e2e-035f943010bb" providerId="ADAL" clId="{F49740AB-4157-4968-91D3-3482E897651D}" dt="2026-04-16T11:57:52.435" v="13941" actId="478"/>
          <ac:spMkLst>
            <pc:docMk/>
            <pc:sldMk cId="1138203354" sldId="926"/>
            <ac:spMk id="46" creationId="{DA77B02D-692A-572F-83BE-73D7DA2BDF33}"/>
          </ac:spMkLst>
        </pc:spChg>
        <pc:spChg chg="add mod">
          <ac:chgData name="Mundhra, Mukunj" userId="1c2f3120-076c-4bbd-9e2e-035f943010bb" providerId="ADAL" clId="{F49740AB-4157-4968-91D3-3482E897651D}" dt="2026-04-16T11:58:09.904" v="13944" actId="1076"/>
          <ac:spMkLst>
            <pc:docMk/>
            <pc:sldMk cId="1138203354" sldId="926"/>
            <ac:spMk id="50" creationId="{07E06255-F903-DB0C-0FA3-1B459475F846}"/>
          </ac:spMkLst>
        </pc:spChg>
        <pc:spChg chg="add mod">
          <ac:chgData name="Mundhra, Mukunj" userId="1c2f3120-076c-4bbd-9e2e-035f943010bb" providerId="ADAL" clId="{F49740AB-4157-4968-91D3-3482E897651D}" dt="2026-04-16T11:58:26.535" v="13952" actId="1076"/>
          <ac:spMkLst>
            <pc:docMk/>
            <pc:sldMk cId="1138203354" sldId="926"/>
            <ac:spMk id="52" creationId="{67FDF748-9FDA-26A4-199F-C6E6DF63DCC1}"/>
          </ac:spMkLst>
        </pc:spChg>
        <pc:spChg chg="add mod">
          <ac:chgData name="Mundhra, Mukunj" userId="1c2f3120-076c-4bbd-9e2e-035f943010bb" providerId="ADAL" clId="{F49740AB-4157-4968-91D3-3482E897651D}" dt="2026-04-16T11:59:28.813" v="13960" actId="1076"/>
          <ac:spMkLst>
            <pc:docMk/>
            <pc:sldMk cId="1138203354" sldId="926"/>
            <ac:spMk id="53" creationId="{5E0E0060-DA86-03C4-4C0B-184FA2E9714C}"/>
          </ac:spMkLst>
        </pc:spChg>
        <pc:spChg chg="add mod">
          <ac:chgData name="Mundhra, Mukunj" userId="1c2f3120-076c-4bbd-9e2e-035f943010bb" providerId="ADAL" clId="{F49740AB-4157-4968-91D3-3482E897651D}" dt="2026-04-16T11:59:39.030" v="13962" actId="1076"/>
          <ac:spMkLst>
            <pc:docMk/>
            <pc:sldMk cId="1138203354" sldId="926"/>
            <ac:spMk id="54" creationId="{559C207E-24EC-E768-EE5D-21B529805DAA}"/>
          </ac:spMkLst>
        </pc:spChg>
        <pc:spChg chg="add del mod">
          <ac:chgData name="Mundhra, Mukunj" userId="1c2f3120-076c-4bbd-9e2e-035f943010bb" providerId="ADAL" clId="{F49740AB-4157-4968-91D3-3482E897651D}" dt="2026-04-16T11:59:47.930" v="13964" actId="478"/>
          <ac:spMkLst>
            <pc:docMk/>
            <pc:sldMk cId="1138203354" sldId="926"/>
            <ac:spMk id="55" creationId="{AF898C0B-AB76-E071-6402-D624484B4673}"/>
          </ac:spMkLst>
        </pc:spChg>
        <pc:grpChg chg="add mod">
          <ac:chgData name="Mundhra, Mukunj" userId="1c2f3120-076c-4bbd-9e2e-035f943010bb" providerId="ADAL" clId="{F49740AB-4157-4968-91D3-3482E897651D}" dt="2026-04-16T11:36:24.853" v="13711"/>
          <ac:grpSpMkLst>
            <pc:docMk/>
            <pc:sldMk cId="1138203354" sldId="926"/>
            <ac:grpSpMk id="12" creationId="{B7D63C4C-E6E4-3C12-E216-43920C5EAFA1}"/>
          </ac:grpSpMkLst>
        </pc:grpChg>
        <pc:grpChg chg="add mod">
          <ac:chgData name="Mundhra, Mukunj" userId="1c2f3120-076c-4bbd-9e2e-035f943010bb" providerId="ADAL" clId="{F49740AB-4157-4968-91D3-3482E897651D}" dt="2026-04-16T11:36:24.853" v="13713"/>
          <ac:grpSpMkLst>
            <pc:docMk/>
            <pc:sldMk cId="1138203354" sldId="926"/>
            <ac:grpSpMk id="15" creationId="{2F62E343-5B62-5ED7-20A4-B4ED9FF4BADE}"/>
          </ac:grpSpMkLst>
        </pc:grpChg>
        <pc:grpChg chg="del">
          <ac:chgData name="Mundhra, Mukunj" userId="1c2f3120-076c-4bbd-9e2e-035f943010bb" providerId="ADAL" clId="{F49740AB-4157-4968-91D3-3482E897651D}" dt="2026-04-16T11:36:24.759" v="13649"/>
          <ac:grpSpMkLst>
            <pc:docMk/>
            <pc:sldMk cId="1138203354" sldId="926"/>
            <ac:grpSpMk id="28" creationId="{FD7AA92E-A3BE-9187-9CDD-9BDF1F22C630}"/>
          </ac:grpSpMkLst>
        </pc:grpChg>
        <pc:grpChg chg="del">
          <ac:chgData name="Mundhra, Mukunj" userId="1c2f3120-076c-4bbd-9e2e-035f943010bb" providerId="ADAL" clId="{F49740AB-4157-4968-91D3-3482E897651D}" dt="2026-04-16T11:36:24.759" v="13648"/>
          <ac:grpSpMkLst>
            <pc:docMk/>
            <pc:sldMk cId="1138203354" sldId="926"/>
            <ac:grpSpMk id="29" creationId="{0E63070D-66E3-7BF6-063B-2F5C715D06C6}"/>
          </ac:grpSpMkLst>
        </pc:grpChg>
        <pc:graphicFrameChg chg="mod">
          <ac:chgData name="Mundhra, Mukunj" userId="1c2f3120-076c-4bbd-9e2e-035f943010bb" providerId="ADAL" clId="{F49740AB-4157-4968-91D3-3482E897651D}" dt="2026-04-16T11:52:19.680" v="13765"/>
          <ac:graphicFrameMkLst>
            <pc:docMk/>
            <pc:sldMk cId="1138203354" sldId="926"/>
            <ac:graphicFrameMk id="14" creationId="{AE95AAC4-21EE-D8CB-7EB9-B96020CE630F}"/>
          </ac:graphicFrameMkLst>
        </pc:graphicFrameChg>
        <pc:picChg chg="mod">
          <ac:chgData name="Mundhra, Mukunj" userId="1c2f3120-076c-4bbd-9e2e-035f943010bb" providerId="ADAL" clId="{F49740AB-4157-4968-91D3-3482E897651D}" dt="2026-04-16T11:57:28.489" v="13926" actId="1076"/>
          <ac:picMkLst>
            <pc:docMk/>
            <pc:sldMk cId="1138203354" sldId="926"/>
            <ac:picMk id="4" creationId="{40C1D78D-B10E-DB41-183A-0618688BCF2E}"/>
          </ac:picMkLst>
        </pc:picChg>
        <pc:picChg chg="add del mod">
          <ac:chgData name="Mundhra, Mukunj" userId="1c2f3120-076c-4bbd-9e2e-035f943010bb" providerId="ADAL" clId="{F49740AB-4157-4968-91D3-3482E897651D}" dt="2026-04-16T11:57:21.950" v="13896"/>
          <ac:picMkLst>
            <pc:docMk/>
            <pc:sldMk cId="1138203354" sldId="926"/>
            <ac:picMk id="47" creationId="{E7B3E85C-A169-A794-03D6-4F10E724F908}"/>
          </ac:picMkLst>
        </pc:picChg>
        <pc:picChg chg="add del mod">
          <ac:chgData name="Mundhra, Mukunj" userId="1c2f3120-076c-4bbd-9e2e-035f943010bb" providerId="ADAL" clId="{F49740AB-4157-4968-91D3-3482E897651D}" dt="2026-04-16T11:57:24.366" v="13911"/>
          <ac:picMkLst>
            <pc:docMk/>
            <pc:sldMk cId="1138203354" sldId="926"/>
            <ac:picMk id="48" creationId="{E197031E-EDF5-6C39-32EA-38C7AD7DBD74}"/>
          </ac:picMkLst>
        </pc:picChg>
        <pc:picChg chg="add del mod">
          <ac:chgData name="Mundhra, Mukunj" userId="1c2f3120-076c-4bbd-9e2e-035f943010bb" providerId="ADAL" clId="{F49740AB-4157-4968-91D3-3482E897651D}" dt="2026-04-16T11:57:27.148" v="13924"/>
          <ac:picMkLst>
            <pc:docMk/>
            <pc:sldMk cId="1138203354" sldId="926"/>
            <ac:picMk id="49" creationId="{94967FE3-7C42-015C-CD09-1E4772290F93}"/>
          </ac:picMkLst>
        </pc:picChg>
        <pc:picChg chg="add del mod">
          <ac:chgData name="Mundhra, Mukunj" userId="1c2f3120-076c-4bbd-9e2e-035f943010bb" providerId="ADAL" clId="{F49740AB-4157-4968-91D3-3482E897651D}" dt="2026-04-16T11:57:50.170" v="13940"/>
          <ac:picMkLst>
            <pc:docMk/>
            <pc:sldMk cId="1138203354" sldId="926"/>
            <ac:picMk id="51" creationId="{F3F9481D-256E-9133-F16A-6D78CC0B6DCD}"/>
          </ac:picMkLst>
        </pc:picChg>
        <pc:cxnChg chg="add mod ord">
          <ac:chgData name="Mundhra, Mukunj" userId="1c2f3120-076c-4bbd-9e2e-035f943010bb" providerId="ADAL" clId="{F49740AB-4157-4968-91D3-3482E897651D}" dt="2026-04-16T11:36:24.853" v="13710"/>
          <ac:cxnSpMkLst>
            <pc:docMk/>
            <pc:sldMk cId="1138203354" sldId="926"/>
            <ac:cxnSpMk id="3" creationId="{863B355B-F90E-BC7F-0500-CAFE09EFC1B1}"/>
          </ac:cxnSpMkLst>
        </pc:cxnChg>
        <pc:cxnChg chg="add mod ord">
          <ac:chgData name="Mundhra, Mukunj" userId="1c2f3120-076c-4bbd-9e2e-035f943010bb" providerId="ADAL" clId="{F49740AB-4157-4968-91D3-3482E897651D}" dt="2026-04-16T11:36:24.853" v="13712"/>
          <ac:cxnSpMkLst>
            <pc:docMk/>
            <pc:sldMk cId="1138203354" sldId="926"/>
            <ac:cxnSpMk id="5" creationId="{0D5AFF56-E4F8-C46B-00A6-73A9BB4B98A4}"/>
          </ac:cxnSpMkLst>
        </pc:cxnChg>
        <pc:cxnChg chg="add mod ord">
          <ac:chgData name="Mundhra, Mukunj" userId="1c2f3120-076c-4bbd-9e2e-035f943010bb" providerId="ADAL" clId="{F49740AB-4157-4968-91D3-3482E897651D}" dt="2026-04-16T11:36:24.853" v="13710"/>
          <ac:cxnSpMkLst>
            <pc:docMk/>
            <pc:sldMk cId="1138203354" sldId="926"/>
            <ac:cxnSpMk id="6" creationId="{1A6CB8B0-93FB-7CEB-2CBC-C66F4FC3871A}"/>
          </ac:cxnSpMkLst>
        </pc:cxnChg>
        <pc:cxnChg chg="add mod ord">
          <ac:chgData name="Mundhra, Mukunj" userId="1c2f3120-076c-4bbd-9e2e-035f943010bb" providerId="ADAL" clId="{F49740AB-4157-4968-91D3-3482E897651D}" dt="2026-04-16T11:36:24.853" v="13712"/>
          <ac:cxnSpMkLst>
            <pc:docMk/>
            <pc:sldMk cId="1138203354" sldId="926"/>
            <ac:cxnSpMk id="7" creationId="{7EDE451E-CB1E-D872-D0DB-2DD7DDB90E82}"/>
          </ac:cxnSpMkLst>
        </pc:cxnChg>
      </pc:sldChg>
      <pc:sldChg chg="add">
        <pc:chgData name="Mundhra, Mukunj" userId="1c2f3120-076c-4bbd-9e2e-035f943010bb" providerId="ADAL" clId="{F49740AB-4157-4968-91D3-3482E897651D}" dt="2026-04-16T11:35:40.278" v="13647"/>
        <pc:sldMkLst>
          <pc:docMk/>
          <pc:sldMk cId="3276092565" sldId="927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Binary_Worksheet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9131714495952908E-2"/>
          <c:y val="2.2442813983599482E-2"/>
          <c:w val="0.96173657100809418"/>
          <c:h val="0.95511437203280103"/>
        </c:manualLayout>
      </c:layout>
      <c:lineChart>
        <c:grouping val="standard"/>
        <c:varyColors val="0"/>
        <c:ser>
          <c:idx val="0"/>
          <c:order val="0"/>
          <c:spPr>
            <a:ln w="38100" cmpd="sng" algn="ctr">
              <a:solidFill>
                <a:srgbClr val="2D475A"/>
              </a:solidFill>
              <a:prstDash val="solid"/>
            </a:ln>
          </c:spPr>
          <c:marker>
            <c:symbol val="none"/>
          </c:marker>
          <c:val>
            <c:numRef>
              <c:f>Sheet1!$A$1:$E$1</c:f>
              <c:numCache>
                <c:formatCode>General</c:formatCode>
                <c:ptCount val="5"/>
                <c:pt idx="0">
                  <c:v>95</c:v>
                </c:pt>
                <c:pt idx="1">
                  <c:v>90</c:v>
                </c:pt>
                <c:pt idx="2">
                  <c:v>94</c:v>
                </c:pt>
                <c:pt idx="3">
                  <c:v>91</c:v>
                </c:pt>
                <c:pt idx="4">
                  <c:v>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BBC-47B8-BA49-31413B2A96D5}"/>
            </c:ext>
          </c:extLst>
        </c:ser>
        <c:ser>
          <c:idx val="1"/>
          <c:order val="1"/>
          <c:spPr>
            <a:ln w="38100" cmpd="sng" algn="ctr">
              <a:solidFill>
                <a:srgbClr val="46647B"/>
              </a:solidFill>
              <a:prstDash val="solid"/>
            </a:ln>
          </c:spPr>
          <c:marker>
            <c:symbol val="none"/>
          </c:marker>
          <c:val>
            <c:numRef>
              <c:f>Sheet1!$A$2:$E$2</c:f>
              <c:numCache>
                <c:formatCode>General</c:formatCode>
                <c:ptCount val="5"/>
                <c:pt idx="0">
                  <c:v>89</c:v>
                </c:pt>
                <c:pt idx="1">
                  <c:v>55</c:v>
                </c:pt>
                <c:pt idx="2">
                  <c:v>80</c:v>
                </c:pt>
                <c:pt idx="3">
                  <c:v>90</c:v>
                </c:pt>
                <c:pt idx="4">
                  <c:v>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BBC-47B8-BA49-31413B2A96D5}"/>
            </c:ext>
          </c:extLst>
        </c:ser>
        <c:ser>
          <c:idx val="2"/>
          <c:order val="2"/>
          <c:spPr>
            <a:ln w="38100" cmpd="sng" algn="ctr">
              <a:solidFill>
                <a:srgbClr val="7891AA"/>
              </a:solidFill>
              <a:prstDash val="solid"/>
            </a:ln>
          </c:spPr>
          <c:marker>
            <c:symbol val="none"/>
          </c:marker>
          <c:val>
            <c:numRef>
              <c:f>Sheet1!$A$3:$E$3</c:f>
              <c:numCache>
                <c:formatCode>General</c:formatCode>
                <c:ptCount val="5"/>
                <c:pt idx="0">
                  <c:v>82</c:v>
                </c:pt>
                <c:pt idx="1">
                  <c:v>30</c:v>
                </c:pt>
                <c:pt idx="2">
                  <c:v>79</c:v>
                </c:pt>
                <c:pt idx="3">
                  <c:v>90</c:v>
                </c:pt>
                <c:pt idx="4">
                  <c:v>78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BBC-47B8-BA49-31413B2A96D5}"/>
            </c:ext>
          </c:extLst>
        </c:ser>
        <c:ser>
          <c:idx val="3"/>
          <c:order val="3"/>
          <c:spPr>
            <a:ln w="38100" cmpd="sng" algn="ctr">
              <a:solidFill>
                <a:srgbClr val="A3BCD3"/>
              </a:solidFill>
              <a:prstDash val="solid"/>
            </a:ln>
          </c:spPr>
          <c:marker>
            <c:symbol val="none"/>
          </c:marker>
          <c:val>
            <c:numRef>
              <c:f>Sheet1!$A$4:$E$4</c:f>
              <c:numCache>
                <c:formatCode>General</c:formatCode>
                <c:ptCount val="5"/>
                <c:pt idx="0">
                  <c:v>78</c:v>
                </c:pt>
                <c:pt idx="1">
                  <c:v>25</c:v>
                </c:pt>
                <c:pt idx="2">
                  <c:v>75</c:v>
                </c:pt>
                <c:pt idx="3">
                  <c:v>55</c:v>
                </c:pt>
                <c:pt idx="4">
                  <c:v>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3BBC-47B8-BA49-31413B2A96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91939311"/>
        <c:axId val="1"/>
      </c:lineChart>
      <c:catAx>
        <c:axId val="9193931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rgbClr val="000000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none"/>
        <c:minorTickMark val="none"/>
        <c:tickLblPos val="none"/>
        <c:spPr>
          <a:ln w="9525" cmpd="sng" algn="ctr">
            <a:solidFill>
              <a:srgbClr val="000000"/>
            </a:solidFill>
            <a:prstDash val="solid"/>
          </a:ln>
        </c:spPr>
        <c:crossAx val="9193931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B35E230-20ED-4256-85EE-74B4C5DBDF69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E69FD1-7283-475E-B41E-1F4D2D27C0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58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5" Type="http://schemas.openxmlformats.org/officeDocument/2006/relationships/slide" Target="../slides/slide2.xml"/><Relationship Id="rId4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5" Type="http://schemas.openxmlformats.org/officeDocument/2006/relationships/slide" Target="../slides/slide3.xml"/><Relationship Id="rId4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  <p:custDataLst>
              <p:tags r:id="rId3"/>
            </p:custDataLst>
          </p:nvPr>
        </p:nvSpPr>
        <p:spPr/>
        <p:txBody>
          <a:bodyPr/>
          <a:lstStyle/>
          <a:p>
            <a:fld id="{66A6E8F6-7CDE-4FA3-B1FE-3C1CD576F9B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3470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  <p:custDataLst>
              <p:tags r:id="rId1"/>
            </p:custDataLst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  <p:custDataLst>
              <p:tags r:id="rId3"/>
            </p:custDataLst>
          </p:nvPr>
        </p:nvSpPr>
        <p:spPr/>
        <p:txBody>
          <a:bodyPr/>
          <a:lstStyle/>
          <a:p>
            <a:fld id="{66A6E8F6-7CDE-4FA3-B1FE-3C1CD576F9B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90155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inLogo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7037" y="4998212"/>
            <a:ext cx="3240000" cy="405000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334963" y="5077602"/>
            <a:ext cx="884858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indent="0">
              <a:buNone/>
            </a:pPr>
            <a:r>
              <a:rPr lang="en-US" sz="1600" b="1" cap="all" spc="300" baseline="0" dirty="0">
                <a:solidFill>
                  <a:schemeClr val="tx1"/>
                </a:solidFill>
              </a:rPr>
              <a:t>Draft</a:t>
            </a:r>
          </a:p>
        </p:txBody>
      </p:sp>
      <p:cxnSp>
        <p:nvCxnSpPr>
          <p:cNvPr id="5" name="SeparatorLine"/>
          <p:cNvCxnSpPr/>
          <p:nvPr userDrawn="1"/>
        </p:nvCxnSpPr>
        <p:spPr>
          <a:xfrm>
            <a:off x="0" y="4873803"/>
            <a:ext cx="11857037" cy="0"/>
          </a:xfrm>
          <a:prstGeom prst="line">
            <a:avLst/>
          </a:prstGeom>
          <a:ln w="19050" cap="flat">
            <a:solidFill>
              <a:schemeClr val="accent3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lientLogo"/>
          <p:cNvSpPr>
            <a:spLocks noGrp="1"/>
          </p:cNvSpPr>
          <p:nvPr>
            <p:ph type="pic" sz="quarter" idx="10"/>
          </p:nvPr>
        </p:nvSpPr>
        <p:spPr>
          <a:xfrm>
            <a:off x="8617039" y="3364443"/>
            <a:ext cx="3239999" cy="139964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8" name="Disclaimer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15468" y="6547288"/>
            <a:ext cx="6407451" cy="274344"/>
          </a:xfrm>
          <a:prstGeom prst="rect">
            <a:avLst/>
          </a:prstGeom>
        </p:spPr>
      </p:pic>
      <p:sp>
        <p:nvSpPr>
          <p:cNvPr id="3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334965" y="2420938"/>
            <a:ext cx="11522075" cy="900000"/>
          </a:xfrm>
        </p:spPr>
        <p:txBody>
          <a:bodyPr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200">
                <a:solidFill>
                  <a:schemeClr val="bg2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add subtitle/contacts/date</a:t>
            </a:r>
          </a:p>
        </p:txBody>
      </p:sp>
      <p:sp>
        <p:nvSpPr>
          <p:cNvPr id="2" name="Title"/>
          <p:cNvSpPr>
            <a:spLocks noGrp="1"/>
          </p:cNvSpPr>
          <p:nvPr>
            <p:ph type="ctrTitle" hasCustomPrompt="1"/>
          </p:nvPr>
        </p:nvSpPr>
        <p:spPr>
          <a:xfrm>
            <a:off x="334964" y="1268413"/>
            <a:ext cx="11522075" cy="900112"/>
          </a:xfrm>
        </p:spPr>
        <p:txBody>
          <a:bodyPr anchor="b"/>
          <a:lstStyle>
            <a:lvl1pPr algn="l">
              <a:spcBef>
                <a:spcPts val="0"/>
              </a:spcBef>
              <a:defRPr sz="26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01204606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42924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st Pag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BainLogo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7037" y="4998212"/>
            <a:ext cx="3240000" cy="405000"/>
          </a:xfrm>
          <a:prstGeom prst="rect">
            <a:avLst/>
          </a:prstGeom>
        </p:spPr>
      </p:pic>
      <p:cxnSp>
        <p:nvCxnSpPr>
          <p:cNvPr id="39" name="SeparatorLine"/>
          <p:cNvCxnSpPr/>
          <p:nvPr userDrawn="1"/>
        </p:nvCxnSpPr>
        <p:spPr>
          <a:xfrm>
            <a:off x="0" y="5481638"/>
            <a:ext cx="11857037" cy="0"/>
          </a:xfrm>
          <a:prstGeom prst="line">
            <a:avLst/>
          </a:prstGeom>
          <a:ln w="19050" cap="flat">
            <a:solidFill>
              <a:schemeClr val="accent3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73235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453" userDrawn="1">
          <p15:clr>
            <a:srgbClr val="A4A3A4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3444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2.xml"/><Relationship Id="rId5" Type="http://schemas.openxmlformats.org/officeDocument/2006/relationships/theme" Target="../theme/theme1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9949F73F-40C4-459A-87F2-5B4A916D85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24394568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606" imgH="608" progId="TCLayout.ActiveDocument.1">
                  <p:embed/>
                </p:oleObj>
              </mc:Choice>
              <mc:Fallback>
                <p:oleObj name="think-cell Slide" r:id="rId7" imgW="606" imgH="608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949F73F-40C4-459A-87F2-5B4A916D85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BtfpConfiguration" hidden="1"/>
          <p:cNvSpPr txBox="1"/>
          <p:nvPr userDrawn="1"/>
        </p:nvSpPr>
        <p:spPr bwMode="hidden">
          <a:xfrm>
            <a:off x="0" y="0"/>
            <a:ext cx="36000" cy="360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>
              <a:buNone/>
            </a:pPr>
            <a:r>
              <a:rPr lang="en-US" sz="100">
                <a:solidFill>
                  <a:schemeClr val="bg1">
                    <a:alpha val="0"/>
                  </a:schemeClr>
                </a:solidFill>
              </a:rPr>
              <a:t>&lt;BTFP&gt;&lt;!-- BTFPCONFIGURATION:3C627466703E0D0A20203C74656D706C6174652076657273696F6E3D22322E342E302220747970653D226272616E64656422207061676553697A653D227769646573637265656E22202F3E0D0A20203C4775696465733E0D0A202020203C4C656674477569646520786D6C6E733D22323622202F3E0D0A202020203C5269676874477569646520786D6C6E733D2239333422202F3E0D0A202020203C5570706572537469636B6572477569646520786D6C6E733D22363922202F3E0D0A202020203C4C6F776572537469636B6572477569646520786D6C6E733D2231303022202F3E0D0A202020203C426F74746F6D477569646520786D6C6E733D2235313722202F3E0D0A20203C2F4775696465733E0D0A3C2F627466703E --&gt;&lt;/BTFP&gt;</a:t>
            </a:r>
            <a:endParaRPr lang="en-US" sz="100" dirty="0">
              <a:solidFill>
                <a:schemeClr val="bg1">
                  <a:alpha val="0"/>
                </a:schemeClr>
              </a:solidFill>
            </a:endParaRPr>
          </a:p>
        </p:txBody>
      </p:sp>
      <p:sp>
        <p:nvSpPr>
          <p:cNvPr id="19" name="SlideNumber"/>
          <p:cNvSpPr/>
          <p:nvPr userDrawn="1"/>
        </p:nvSpPr>
        <p:spPr bwMode="gray">
          <a:xfrm>
            <a:off x="11715975" y="6649694"/>
            <a:ext cx="141064" cy="138499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</a:bodyPr>
          <a:lstStyle/>
          <a:p>
            <a:pPr marL="0" indent="0" algn="r" defTabSz="711200" rtl="0" eaLnBrk="1" latinLnBrk="0" hangingPunct="1">
              <a:spcBef>
                <a:spcPts val="1200"/>
              </a:spcBef>
              <a:buNone/>
            </a:pPr>
            <a:fld id="{BB69BBE8-4DB2-4642-B003-B220ACD5A2FD}" type="slidenum">
              <a:rPr lang="en-US" sz="900" b="0" baseline="0" smtClean="0">
                <a:solidFill>
                  <a:schemeClr val="bg2"/>
                </a:solidFill>
                <a:latin typeface="+mn-lt"/>
              </a:rPr>
              <a:pPr marL="0" indent="0" algn="r" defTabSz="711200" rtl="0" eaLnBrk="1" latinLnBrk="0" hangingPunct="1">
                <a:spcBef>
                  <a:spcPts val="1200"/>
                </a:spcBef>
                <a:buNone/>
              </a:pPr>
              <a:t>‹#›</a:t>
            </a:fld>
            <a:endParaRPr lang="en-US" sz="900" b="0" dirty="0">
              <a:solidFill>
                <a:schemeClr val="bg2"/>
              </a:solidFill>
              <a:latin typeface="+mn-lt"/>
            </a:endParaRPr>
          </a:p>
        </p:txBody>
      </p:sp>
      <p:pic>
        <p:nvPicPr>
          <p:cNvPr id="12" name="BainLogo"/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0000" y="6654664"/>
            <a:ext cx="1152000" cy="144000"/>
          </a:xfrm>
          <a:prstGeom prst="rect">
            <a:avLst/>
          </a:prstGeom>
        </p:spPr>
      </p:pic>
      <p:sp>
        <p:nvSpPr>
          <p:cNvPr id="8" name="CreatedFooter"/>
          <p:cNvSpPr/>
          <p:nvPr userDrawn="1"/>
        </p:nvSpPr>
        <p:spPr>
          <a:xfrm>
            <a:off x="8263033" y="6642830"/>
            <a:ext cx="1368171" cy="165036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0" indent="0" algn="ctr" defTabSz="711200" rtl="0" eaLnBrk="1" latinLnBrk="0" hangingPunct="1">
              <a:spcBef>
                <a:spcPts val="1200"/>
              </a:spcBef>
              <a:buNone/>
            </a:pPr>
            <a:r>
              <a:rPr lang="en-US" sz="600">
                <a:solidFill>
                  <a:srgbClr val="FFFFFF"/>
                </a:solidFill>
              </a:rPr>
              <a:t>Presentation1</a:t>
            </a:r>
            <a:endParaRPr lang="en-US" sz="600" dirty="0">
              <a:solidFill>
                <a:srgbClr val="FFFFFF"/>
              </a:solidFill>
            </a:endParaRPr>
          </a:p>
        </p:txBody>
      </p:sp>
      <p:sp>
        <p:nvSpPr>
          <p:cNvPr id="7" name="OfficeCode"/>
          <p:cNvSpPr/>
          <p:nvPr userDrawn="1"/>
        </p:nvSpPr>
        <p:spPr>
          <a:xfrm>
            <a:off x="7348519" y="6642830"/>
            <a:ext cx="288036" cy="165036"/>
          </a:xfrm>
          <a:prstGeom prst="rect">
            <a:avLst/>
          </a:prstGeom>
        </p:spPr>
        <p:txBody>
          <a:bodyPr wrap="square" lIns="36000" tIns="36000" rIns="36000" bIns="36000">
            <a:spAutoFit/>
          </a:bodyPr>
          <a:lstStyle/>
          <a:p>
            <a:pPr marL="0" indent="0" algn="ctr" defTabSz="711200" rtl="0" eaLnBrk="1" latinLnBrk="0" hangingPunct="1">
              <a:spcBef>
                <a:spcPts val="1200"/>
              </a:spcBef>
              <a:buNone/>
            </a:pPr>
            <a:r>
              <a:rPr lang="en-US" sz="600">
                <a:solidFill>
                  <a:srgbClr val="FFFFFF"/>
                </a:solidFill>
              </a:rPr>
              <a:t>DBS</a:t>
            </a:r>
            <a:endParaRPr lang="en-US" sz="600" dirty="0">
              <a:solidFill>
                <a:srgbClr val="FFFFFF"/>
              </a:solidFill>
            </a:endParaRPr>
          </a:p>
        </p:txBody>
      </p:sp>
      <p:pic>
        <p:nvPicPr>
          <p:cNvPr id="14" name="Disclaimer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316547" y="6641266"/>
            <a:ext cx="6407451" cy="176799"/>
          </a:xfrm>
          <a:prstGeom prst="rect">
            <a:avLst/>
          </a:prstGeom>
        </p:spPr>
      </p:pic>
      <p:cxnSp>
        <p:nvCxnSpPr>
          <p:cNvPr id="20" name="FooterSeparatorLine"/>
          <p:cNvCxnSpPr/>
          <p:nvPr userDrawn="1"/>
        </p:nvCxnSpPr>
        <p:spPr>
          <a:xfrm>
            <a:off x="0" y="6598800"/>
            <a:ext cx="11857037" cy="0"/>
          </a:xfrm>
          <a:prstGeom prst="line">
            <a:avLst/>
          </a:prstGeom>
          <a:ln w="9525" cap="flat">
            <a:solidFill>
              <a:schemeClr val="accent1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334435" y="1268413"/>
            <a:ext cx="11522603" cy="5292725"/>
          </a:xfrm>
          <a:prstGeom prst="rect">
            <a:avLst/>
          </a:prstGeom>
        </p:spPr>
        <p:txBody>
          <a:bodyPr vert="horz" lIns="36000" tIns="36000" rIns="36000" bIns="3600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3" name="TitleSeparatorLine"/>
          <p:cNvCxnSpPr/>
          <p:nvPr userDrawn="1"/>
        </p:nvCxnSpPr>
        <p:spPr>
          <a:xfrm>
            <a:off x="0" y="873125"/>
            <a:ext cx="11857037" cy="0"/>
          </a:xfrm>
          <a:prstGeom prst="line">
            <a:avLst/>
          </a:prstGeom>
          <a:ln w="19050" cap="flat">
            <a:solidFill>
              <a:schemeClr val="accent3"/>
            </a:solidFill>
            <a:miter lim="800000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Title"/>
          <p:cNvSpPr>
            <a:spLocks noGrp="1"/>
          </p:cNvSpPr>
          <p:nvPr>
            <p:ph type="title"/>
          </p:nvPr>
        </p:nvSpPr>
        <p:spPr>
          <a:xfrm>
            <a:off x="334963" y="1"/>
            <a:ext cx="11522075" cy="876687"/>
          </a:xfrm>
          <a:prstGeom prst="rect">
            <a:avLst/>
          </a:prstGeom>
        </p:spPr>
        <p:txBody>
          <a:bodyPr vert="horz" lIns="36000" tIns="36000" rIns="36000" bIns="72000" rtlCol="0" anchor="b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795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63" r:id="rId3"/>
    <p:sldLayoutId id="2147483655" r:id="rId4"/>
  </p:sldLayoutIdLst>
  <p:txStyles>
    <p:titleStyle>
      <a:lvl1pPr algn="l" defTabSz="711200" rtl="0" eaLnBrk="1" latinLnBrk="0" hangingPunct="1">
        <a:lnSpc>
          <a:spcPct val="100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975" indent="-180975" algn="l" defTabSz="914354" rtl="0" eaLnBrk="1" latinLnBrk="0" hangingPunct="1">
        <a:lnSpc>
          <a:spcPct val="100000"/>
        </a:lnSpc>
        <a:spcBef>
          <a:spcPts val="12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61950" indent="-180975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4988" indent="-173038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15963" indent="-180975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98525" indent="-182563" algn="l" defTabSz="914354" rtl="0" eaLnBrk="1" latinLnBrk="0" hangingPunct="1">
        <a:lnSpc>
          <a:spcPct val="100000"/>
        </a:lnSpc>
        <a:spcBef>
          <a:spcPts val="600"/>
        </a:spcBef>
        <a:buFont typeface="Arial" panose="020B0604020202020204" pitchFamily="34" charset="0"/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177800" indent="-177800" algn="l" defTabSz="711200" rtl="0" eaLnBrk="1" latinLnBrk="0" hangingPunct="1">
        <a:spcBef>
          <a:spcPts val="1200"/>
        </a:spcBef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55600" indent="-177800" algn="l" defTabSz="711200" rtl="0" eaLnBrk="1" latinLnBrk="0" hangingPunct="1">
        <a:spcBef>
          <a:spcPts val="600"/>
        </a:spcBef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33400" indent="-177800" algn="l" defTabSz="711200" rtl="0" eaLnBrk="1" latinLnBrk="0" hangingPunct="1">
        <a:spcBef>
          <a:spcPts val="600"/>
        </a:spcBef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711200" indent="-177800" algn="l" defTabSz="711200" rtl="0" eaLnBrk="1" latinLnBrk="0" hangingPunct="1">
        <a:spcBef>
          <a:spcPts val="600"/>
        </a:spcBef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889000" indent="-177800" algn="l" defTabSz="711200" rtl="0" eaLnBrk="1" latinLnBrk="0" hangingPunct="1">
        <a:spcBef>
          <a:spcPts val="600"/>
        </a:spcBef>
        <a:buChar char="&gt;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0668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2446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4224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600200" algn="l" defTabSz="7112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50" userDrawn="1">
          <p15:clr>
            <a:srgbClr val="D1D1D1"/>
          </p15:clr>
        </p15:guide>
        <p15:guide id="4" orient="horz" pos="799" userDrawn="1">
          <p15:clr>
            <a:srgbClr val="D1D1D1"/>
          </p15:clr>
        </p15:guide>
        <p15:guide id="7" orient="horz" pos="4133" userDrawn="1">
          <p15:clr>
            <a:srgbClr val="D1D1D1"/>
          </p15:clr>
        </p15:guide>
        <p15:guide id="8" pos="208" userDrawn="1">
          <p15:clr>
            <a:srgbClr val="CCCCCC"/>
          </p15:clr>
        </p15:guide>
        <p15:guide id="9" pos="7472" userDrawn="1">
          <p15:clr>
            <a:srgbClr val="CCCCCC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tags" Target="../tags/tag16.xml"/><Relationship Id="rId18" Type="http://schemas.openxmlformats.org/officeDocument/2006/relationships/tags" Target="../tags/tag21.xml"/><Relationship Id="rId26" Type="http://schemas.openxmlformats.org/officeDocument/2006/relationships/tags" Target="../tags/tag29.xml"/><Relationship Id="rId39" Type="http://schemas.openxmlformats.org/officeDocument/2006/relationships/tags" Target="../tags/tag42.xml"/><Relationship Id="rId21" Type="http://schemas.openxmlformats.org/officeDocument/2006/relationships/tags" Target="../tags/tag24.xml"/><Relationship Id="rId34" Type="http://schemas.openxmlformats.org/officeDocument/2006/relationships/tags" Target="../tags/tag37.xml"/><Relationship Id="rId42" Type="http://schemas.openxmlformats.org/officeDocument/2006/relationships/tags" Target="../tags/tag45.xml"/><Relationship Id="rId47" Type="http://schemas.openxmlformats.org/officeDocument/2006/relationships/slideLayout" Target="../slideLayouts/slideLayout2.xml"/><Relationship Id="rId50" Type="http://schemas.openxmlformats.org/officeDocument/2006/relationships/image" Target="../media/image5.emf"/><Relationship Id="rId7" Type="http://schemas.openxmlformats.org/officeDocument/2006/relationships/tags" Target="../tags/tag10.xml"/><Relationship Id="rId2" Type="http://schemas.openxmlformats.org/officeDocument/2006/relationships/tags" Target="../tags/tag5.xml"/><Relationship Id="rId16" Type="http://schemas.openxmlformats.org/officeDocument/2006/relationships/tags" Target="../tags/tag19.xml"/><Relationship Id="rId29" Type="http://schemas.openxmlformats.org/officeDocument/2006/relationships/tags" Target="../tags/tag32.xml"/><Relationship Id="rId11" Type="http://schemas.openxmlformats.org/officeDocument/2006/relationships/tags" Target="../tags/tag14.xml"/><Relationship Id="rId24" Type="http://schemas.openxmlformats.org/officeDocument/2006/relationships/tags" Target="../tags/tag27.xml"/><Relationship Id="rId32" Type="http://schemas.openxmlformats.org/officeDocument/2006/relationships/tags" Target="../tags/tag35.xml"/><Relationship Id="rId37" Type="http://schemas.openxmlformats.org/officeDocument/2006/relationships/tags" Target="../tags/tag40.xml"/><Relationship Id="rId40" Type="http://schemas.openxmlformats.org/officeDocument/2006/relationships/tags" Target="../tags/tag43.xml"/><Relationship Id="rId45" Type="http://schemas.openxmlformats.org/officeDocument/2006/relationships/tags" Target="../tags/tag48.xml"/><Relationship Id="rId5" Type="http://schemas.openxmlformats.org/officeDocument/2006/relationships/tags" Target="../tags/tag8.xml"/><Relationship Id="rId15" Type="http://schemas.openxmlformats.org/officeDocument/2006/relationships/tags" Target="../tags/tag18.xml"/><Relationship Id="rId23" Type="http://schemas.openxmlformats.org/officeDocument/2006/relationships/tags" Target="../tags/tag26.xml"/><Relationship Id="rId28" Type="http://schemas.openxmlformats.org/officeDocument/2006/relationships/tags" Target="../tags/tag31.xml"/><Relationship Id="rId36" Type="http://schemas.openxmlformats.org/officeDocument/2006/relationships/tags" Target="../tags/tag39.xml"/><Relationship Id="rId49" Type="http://schemas.openxmlformats.org/officeDocument/2006/relationships/oleObject" Target="../embeddings/oleObject2.bin"/><Relationship Id="rId10" Type="http://schemas.openxmlformats.org/officeDocument/2006/relationships/tags" Target="../tags/tag13.xml"/><Relationship Id="rId19" Type="http://schemas.openxmlformats.org/officeDocument/2006/relationships/tags" Target="../tags/tag22.xml"/><Relationship Id="rId31" Type="http://schemas.openxmlformats.org/officeDocument/2006/relationships/tags" Target="../tags/tag34.xml"/><Relationship Id="rId44" Type="http://schemas.openxmlformats.org/officeDocument/2006/relationships/tags" Target="../tags/tag47.xml"/><Relationship Id="rId4" Type="http://schemas.openxmlformats.org/officeDocument/2006/relationships/tags" Target="../tags/tag7.xml"/><Relationship Id="rId9" Type="http://schemas.openxmlformats.org/officeDocument/2006/relationships/tags" Target="../tags/tag12.xml"/><Relationship Id="rId14" Type="http://schemas.openxmlformats.org/officeDocument/2006/relationships/tags" Target="../tags/tag17.xml"/><Relationship Id="rId22" Type="http://schemas.openxmlformats.org/officeDocument/2006/relationships/tags" Target="../tags/tag25.xml"/><Relationship Id="rId27" Type="http://schemas.openxmlformats.org/officeDocument/2006/relationships/tags" Target="../tags/tag30.xml"/><Relationship Id="rId30" Type="http://schemas.openxmlformats.org/officeDocument/2006/relationships/tags" Target="../tags/tag33.xml"/><Relationship Id="rId35" Type="http://schemas.openxmlformats.org/officeDocument/2006/relationships/tags" Target="../tags/tag38.xml"/><Relationship Id="rId43" Type="http://schemas.openxmlformats.org/officeDocument/2006/relationships/tags" Target="../tags/tag46.xml"/><Relationship Id="rId48" Type="http://schemas.openxmlformats.org/officeDocument/2006/relationships/notesSlide" Target="../notesSlides/notesSlide1.xml"/><Relationship Id="rId8" Type="http://schemas.openxmlformats.org/officeDocument/2006/relationships/tags" Target="../tags/tag11.xml"/><Relationship Id="rId51" Type="http://schemas.openxmlformats.org/officeDocument/2006/relationships/image" Target="../media/image6.emf"/><Relationship Id="rId3" Type="http://schemas.openxmlformats.org/officeDocument/2006/relationships/tags" Target="../tags/tag6.xml"/><Relationship Id="rId12" Type="http://schemas.openxmlformats.org/officeDocument/2006/relationships/tags" Target="../tags/tag15.xml"/><Relationship Id="rId17" Type="http://schemas.openxmlformats.org/officeDocument/2006/relationships/tags" Target="../tags/tag20.xml"/><Relationship Id="rId25" Type="http://schemas.openxmlformats.org/officeDocument/2006/relationships/tags" Target="../tags/tag28.xml"/><Relationship Id="rId33" Type="http://schemas.openxmlformats.org/officeDocument/2006/relationships/tags" Target="../tags/tag36.xml"/><Relationship Id="rId38" Type="http://schemas.openxmlformats.org/officeDocument/2006/relationships/tags" Target="../tags/tag41.xml"/><Relationship Id="rId46" Type="http://schemas.openxmlformats.org/officeDocument/2006/relationships/tags" Target="../tags/tag49.xml"/><Relationship Id="rId20" Type="http://schemas.openxmlformats.org/officeDocument/2006/relationships/tags" Target="../tags/tag23.xml"/><Relationship Id="rId41" Type="http://schemas.openxmlformats.org/officeDocument/2006/relationships/tags" Target="../tags/tag44.xml"/><Relationship Id="rId1" Type="http://schemas.openxmlformats.org/officeDocument/2006/relationships/tags" Target="../tags/tag4.xml"/><Relationship Id="rId6" Type="http://schemas.openxmlformats.org/officeDocument/2006/relationships/tags" Target="../tags/tag9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60.xml"/><Relationship Id="rId13" Type="http://schemas.openxmlformats.org/officeDocument/2006/relationships/tags" Target="../tags/tag65.xml"/><Relationship Id="rId18" Type="http://schemas.openxmlformats.org/officeDocument/2006/relationships/slideLayout" Target="../slideLayouts/slideLayout2.xml"/><Relationship Id="rId3" Type="http://schemas.openxmlformats.org/officeDocument/2006/relationships/tags" Target="../tags/tag55.xml"/><Relationship Id="rId21" Type="http://schemas.openxmlformats.org/officeDocument/2006/relationships/image" Target="../media/image5.emf"/><Relationship Id="rId7" Type="http://schemas.openxmlformats.org/officeDocument/2006/relationships/tags" Target="../tags/tag59.xml"/><Relationship Id="rId12" Type="http://schemas.openxmlformats.org/officeDocument/2006/relationships/tags" Target="../tags/tag64.xml"/><Relationship Id="rId17" Type="http://schemas.openxmlformats.org/officeDocument/2006/relationships/tags" Target="../tags/tag69.xml"/><Relationship Id="rId2" Type="http://schemas.openxmlformats.org/officeDocument/2006/relationships/tags" Target="../tags/tag54.xml"/><Relationship Id="rId16" Type="http://schemas.openxmlformats.org/officeDocument/2006/relationships/tags" Target="../tags/tag68.xml"/><Relationship Id="rId20" Type="http://schemas.openxmlformats.org/officeDocument/2006/relationships/oleObject" Target="../embeddings/oleObject3.bin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11" Type="http://schemas.openxmlformats.org/officeDocument/2006/relationships/tags" Target="../tags/tag63.xml"/><Relationship Id="rId5" Type="http://schemas.openxmlformats.org/officeDocument/2006/relationships/tags" Target="../tags/tag57.xml"/><Relationship Id="rId15" Type="http://schemas.openxmlformats.org/officeDocument/2006/relationships/tags" Target="../tags/tag67.xml"/><Relationship Id="rId23" Type="http://schemas.openxmlformats.org/officeDocument/2006/relationships/image" Target="../media/image6.emf"/><Relationship Id="rId10" Type="http://schemas.openxmlformats.org/officeDocument/2006/relationships/tags" Target="../tags/tag62.xml"/><Relationship Id="rId19" Type="http://schemas.openxmlformats.org/officeDocument/2006/relationships/notesSlide" Target="../notesSlides/notesSlide2.xml"/><Relationship Id="rId4" Type="http://schemas.openxmlformats.org/officeDocument/2006/relationships/tags" Target="../tags/tag56.xml"/><Relationship Id="rId9" Type="http://schemas.openxmlformats.org/officeDocument/2006/relationships/tags" Target="../tags/tag61.xml"/><Relationship Id="rId14" Type="http://schemas.openxmlformats.org/officeDocument/2006/relationships/tags" Target="../tags/tag66.xml"/><Relationship Id="rId22" Type="http://schemas.openxmlformats.org/officeDocument/2006/relationships/image" Target="../media/image7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81.xml"/><Relationship Id="rId13" Type="http://schemas.openxmlformats.org/officeDocument/2006/relationships/tags" Target="../tags/tag86.xml"/><Relationship Id="rId18" Type="http://schemas.openxmlformats.org/officeDocument/2006/relationships/tags" Target="../tags/tag91.xml"/><Relationship Id="rId26" Type="http://schemas.openxmlformats.org/officeDocument/2006/relationships/slideLayout" Target="../slideLayouts/slideLayout2.xml"/><Relationship Id="rId3" Type="http://schemas.openxmlformats.org/officeDocument/2006/relationships/tags" Target="../tags/tag76.xml"/><Relationship Id="rId21" Type="http://schemas.openxmlformats.org/officeDocument/2006/relationships/tags" Target="../tags/tag94.xml"/><Relationship Id="rId7" Type="http://schemas.openxmlformats.org/officeDocument/2006/relationships/tags" Target="../tags/tag80.xml"/><Relationship Id="rId12" Type="http://schemas.openxmlformats.org/officeDocument/2006/relationships/tags" Target="../tags/tag85.xml"/><Relationship Id="rId17" Type="http://schemas.openxmlformats.org/officeDocument/2006/relationships/tags" Target="../tags/tag90.xml"/><Relationship Id="rId25" Type="http://schemas.openxmlformats.org/officeDocument/2006/relationships/tags" Target="../tags/tag98.xml"/><Relationship Id="rId2" Type="http://schemas.openxmlformats.org/officeDocument/2006/relationships/tags" Target="../tags/tag75.xml"/><Relationship Id="rId16" Type="http://schemas.openxmlformats.org/officeDocument/2006/relationships/tags" Target="../tags/tag89.xml"/><Relationship Id="rId20" Type="http://schemas.openxmlformats.org/officeDocument/2006/relationships/tags" Target="../tags/tag93.xml"/><Relationship Id="rId29" Type="http://schemas.openxmlformats.org/officeDocument/2006/relationships/chart" Target="../charts/chart1.xml"/><Relationship Id="rId1" Type="http://schemas.openxmlformats.org/officeDocument/2006/relationships/tags" Target="../tags/tag74.xml"/><Relationship Id="rId6" Type="http://schemas.openxmlformats.org/officeDocument/2006/relationships/tags" Target="../tags/tag79.xml"/><Relationship Id="rId11" Type="http://schemas.openxmlformats.org/officeDocument/2006/relationships/tags" Target="../tags/tag84.xml"/><Relationship Id="rId24" Type="http://schemas.openxmlformats.org/officeDocument/2006/relationships/tags" Target="../tags/tag97.xml"/><Relationship Id="rId5" Type="http://schemas.openxmlformats.org/officeDocument/2006/relationships/tags" Target="../tags/tag78.xml"/><Relationship Id="rId15" Type="http://schemas.openxmlformats.org/officeDocument/2006/relationships/tags" Target="../tags/tag88.xml"/><Relationship Id="rId23" Type="http://schemas.openxmlformats.org/officeDocument/2006/relationships/tags" Target="../tags/tag96.xml"/><Relationship Id="rId28" Type="http://schemas.openxmlformats.org/officeDocument/2006/relationships/image" Target="../media/image1.emf"/><Relationship Id="rId10" Type="http://schemas.openxmlformats.org/officeDocument/2006/relationships/tags" Target="../tags/tag83.xml"/><Relationship Id="rId19" Type="http://schemas.openxmlformats.org/officeDocument/2006/relationships/tags" Target="../tags/tag92.xml"/><Relationship Id="rId4" Type="http://schemas.openxmlformats.org/officeDocument/2006/relationships/tags" Target="../tags/tag77.xml"/><Relationship Id="rId9" Type="http://schemas.openxmlformats.org/officeDocument/2006/relationships/tags" Target="../tags/tag82.xml"/><Relationship Id="rId14" Type="http://schemas.openxmlformats.org/officeDocument/2006/relationships/tags" Target="../tags/tag87.xml"/><Relationship Id="rId22" Type="http://schemas.openxmlformats.org/officeDocument/2006/relationships/tags" Target="../tags/tag95.xml"/><Relationship Id="rId27" Type="http://schemas.openxmlformats.org/officeDocument/2006/relationships/oleObject" Target="../embeddings/oleObject4.bin"/><Relationship Id="rId30" Type="http://schemas.openxmlformats.org/officeDocument/2006/relationships/hyperlink" Target="https://baincoprod.service-now.com/hub?id=kb_article&amp;sysparm_article=KB0017905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0.xml"/><Relationship Id="rId1" Type="http://schemas.openxmlformats.org/officeDocument/2006/relationships/tags" Target="../tags/tag99.xml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1.jpeg"/><Relationship Id="rId2" Type="http://schemas.openxmlformats.org/officeDocument/2006/relationships/tags" Target="../tags/tag102.xml"/><Relationship Id="rId1" Type="http://schemas.openxmlformats.org/officeDocument/2006/relationships/tags" Target="../tags/tag101.xml"/><Relationship Id="rId6" Type="http://schemas.openxmlformats.org/officeDocument/2006/relationships/image" Target="../media/image10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5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0.png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6" Type="http://schemas.openxmlformats.org/officeDocument/2006/relationships/image" Target="../media/image1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6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0.png"/><Relationship Id="rId2" Type="http://schemas.openxmlformats.org/officeDocument/2006/relationships/tags" Target="../tags/tag106.xml"/><Relationship Id="rId1" Type="http://schemas.openxmlformats.org/officeDocument/2006/relationships/tags" Target="../tags/tag105.xml"/><Relationship Id="rId6" Type="http://schemas.openxmlformats.org/officeDocument/2006/relationships/image" Target="../media/image13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7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btfpColumnIndicatorGroup2">
            <a:extLst>
              <a:ext uri="{FF2B5EF4-FFF2-40B4-BE49-F238E27FC236}">
                <a16:creationId xmlns:a16="http://schemas.microsoft.com/office/drawing/2014/main" id="{7F72E0FC-ABE2-3DDC-CC45-B644027881C8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0" name="btfpColumnGapBlocker753177">
              <a:extLst>
                <a:ext uri="{FF2B5EF4-FFF2-40B4-BE49-F238E27FC236}">
                  <a16:creationId xmlns:a16="http://schemas.microsoft.com/office/drawing/2014/main" id="{4CE72651-C761-34E2-8659-D5D7CE01288F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8" name="btfpColumnGapBlocker673313">
              <a:extLst>
                <a:ext uri="{FF2B5EF4-FFF2-40B4-BE49-F238E27FC236}">
                  <a16:creationId xmlns:a16="http://schemas.microsoft.com/office/drawing/2014/main" id="{22069FAB-4691-4229-79E6-F2C745E69B76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6" name="btfpColumnIndicator833272">
              <a:extLst>
                <a:ext uri="{FF2B5EF4-FFF2-40B4-BE49-F238E27FC236}">
                  <a16:creationId xmlns:a16="http://schemas.microsoft.com/office/drawing/2014/main" id="{A0AB05EE-77BE-C347-FCE7-96D7BA7FCA9A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btfpColumnIndicator192510">
              <a:extLst>
                <a:ext uri="{FF2B5EF4-FFF2-40B4-BE49-F238E27FC236}">
                  <a16:creationId xmlns:a16="http://schemas.microsoft.com/office/drawing/2014/main" id="{1D4A0B4B-2178-4C13-AA01-C2461F5B446E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btfpColumnIndicatorGroup1">
            <a:extLst>
              <a:ext uri="{FF2B5EF4-FFF2-40B4-BE49-F238E27FC236}">
                <a16:creationId xmlns:a16="http://schemas.microsoft.com/office/drawing/2014/main" id="{E63D20BD-3965-715A-07AE-A7BF364F8F3E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9" name="btfpColumnGapBlocker727132">
              <a:extLst>
                <a:ext uri="{FF2B5EF4-FFF2-40B4-BE49-F238E27FC236}">
                  <a16:creationId xmlns:a16="http://schemas.microsoft.com/office/drawing/2014/main" id="{2E7A2E45-C3B0-A47D-A0C9-7457FC1F8176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7" name="btfpColumnGapBlocker524538">
              <a:extLst>
                <a:ext uri="{FF2B5EF4-FFF2-40B4-BE49-F238E27FC236}">
                  <a16:creationId xmlns:a16="http://schemas.microsoft.com/office/drawing/2014/main" id="{ED167B8E-25C6-6742-E5A6-0EB0BFC4E9A0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5" name="btfpColumnIndicator798167">
              <a:extLst>
                <a:ext uri="{FF2B5EF4-FFF2-40B4-BE49-F238E27FC236}">
                  <a16:creationId xmlns:a16="http://schemas.microsoft.com/office/drawing/2014/main" id="{71DF864F-C918-76AE-DA52-1834D12E87C6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btfpColumnIndicator390934">
              <a:extLst>
                <a:ext uri="{FF2B5EF4-FFF2-40B4-BE49-F238E27FC236}">
                  <a16:creationId xmlns:a16="http://schemas.microsoft.com/office/drawing/2014/main" id="{4716D50A-10F9-60AA-51CC-E7B234BE17DB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0212D1F-4F6C-EF1A-7DEC-52EC60AAC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DBADB07-BFE5-A258-71A9-1F0D9A31199D}"/>
              </a:ext>
            </a:extLst>
          </p:cNvPr>
          <p:cNvSpPr/>
          <p:nvPr/>
        </p:nvSpPr>
        <p:spPr bwMode="gray">
          <a:xfrm>
            <a:off x="330200" y="1114425"/>
            <a:ext cx="11861799" cy="4676775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We have developed an in house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Table of content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Stitching and referring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Highly accurate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Answer methods across various methods in the market (ADI, Mistral) or in Labs (Contract Analyzer, Vision), python in built (</a:t>
            </a:r>
            <a:r>
              <a:rPr lang="en-US" dirty="0" err="1">
                <a:solidFill>
                  <a:schemeClr val="tx1"/>
                </a:solidFill>
              </a:rPr>
              <a:t>pymupdf</a:t>
            </a:r>
            <a:r>
              <a:rPr lang="en-US" dirty="0">
                <a:solidFill>
                  <a:schemeClr val="tx1"/>
                </a:solidFill>
              </a:rPr>
              <a:t> and pdf miner)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Modular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For specific image we have agents/specific for those things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A library of prompt for specific images, charts, tables, flowcharts, storybooks, blue prints,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For text only pages – using only in-built libraries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Here we should note down once the above is built that how much time it takes to read a earnings call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tx1"/>
                </a:solidFill>
              </a:rPr>
              <a:t>For extracting text from PDF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230289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btfpColumnIndicatorGroup2">
            <a:extLst>
              <a:ext uri="{FF2B5EF4-FFF2-40B4-BE49-F238E27FC236}">
                <a16:creationId xmlns:a16="http://schemas.microsoft.com/office/drawing/2014/main" id="{FC73219E-C447-1682-9898-DE4306CF4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66" name="btfpColumnGapBlocker221501">
              <a:extLst>
                <a:ext uri="{FF2B5EF4-FFF2-40B4-BE49-F238E27FC236}">
                  <a16:creationId xmlns:a16="http://schemas.microsoft.com/office/drawing/2014/main" id="{00C0ADDD-EAF8-A5D8-3DDD-B14446D041D3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64" name="btfpColumnGapBlocker927779">
              <a:extLst>
                <a:ext uri="{FF2B5EF4-FFF2-40B4-BE49-F238E27FC236}">
                  <a16:creationId xmlns:a16="http://schemas.microsoft.com/office/drawing/2014/main" id="{51D88D64-D2D3-708A-F7FA-0979C95D763A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 bwMode="gray">
            <a:xfrm>
              <a:off x="7837752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62" name="btfpColumnIndicator166310">
              <a:extLst>
                <a:ext uri="{FF2B5EF4-FFF2-40B4-BE49-F238E27FC236}">
                  <a16:creationId xmlns:a16="http://schemas.microsoft.com/office/drawing/2014/main" id="{833A0D2F-9CF2-A63B-F355-54892AC36C65}"/>
                </a:ext>
              </a:extLst>
            </p:cNvPr>
            <p:cNvCxnSpPr/>
            <p:nvPr>
              <p:custDataLst>
                <p:tags r:id="rId39"/>
              </p:custDataLst>
            </p:nvPr>
          </p:nvCxnSpPr>
          <p:spPr bwMode="gray">
            <a:xfrm flipH="1"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btfpColumnIndicator201457">
              <a:extLst>
                <a:ext uri="{FF2B5EF4-FFF2-40B4-BE49-F238E27FC236}">
                  <a16:creationId xmlns:a16="http://schemas.microsoft.com/office/drawing/2014/main" id="{61C5057C-C990-83DA-6AD0-1F9E7061DC28}"/>
                </a:ext>
              </a:extLst>
            </p:cNvPr>
            <p:cNvCxnSpPr/>
            <p:nvPr>
              <p:custDataLst>
                <p:tags r:id="rId40"/>
              </p:custDataLst>
            </p:nvPr>
          </p:nvCxnSpPr>
          <p:spPr bwMode="gray">
            <a:xfrm flipH="1" flipV="1">
              <a:off x="8378296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btfpColumnGapBlocker551550">
              <a:extLst>
                <a:ext uri="{FF2B5EF4-FFF2-40B4-BE49-F238E27FC236}">
                  <a16:creationId xmlns:a16="http://schemas.microsoft.com/office/drawing/2014/main" id="{E1059AE1-ECD4-6827-FCFD-802ADA649C1E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 bwMode="gray">
            <a:xfrm>
              <a:off x="3813704" y="692658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2" name="btfpColumnIndicator695747">
              <a:extLst>
                <a:ext uri="{FF2B5EF4-FFF2-40B4-BE49-F238E27FC236}">
                  <a16:creationId xmlns:a16="http://schemas.microsoft.com/office/drawing/2014/main" id="{7F9BCD1B-6F02-13AC-A3E1-E5030E6A920C}"/>
                </a:ext>
              </a:extLst>
            </p:cNvPr>
            <p:cNvCxnSpPr/>
            <p:nvPr>
              <p:custDataLst>
                <p:tags r:id="rId42"/>
              </p:custDataLst>
            </p:nvPr>
          </p:nvCxnSpPr>
          <p:spPr bwMode="gray">
            <a:xfrm flipH="1" flipV="1">
              <a:off x="7837752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btfpColumnIndicator852264">
              <a:extLst>
                <a:ext uri="{FF2B5EF4-FFF2-40B4-BE49-F238E27FC236}">
                  <a16:creationId xmlns:a16="http://schemas.microsoft.com/office/drawing/2014/main" id="{8BF18D64-CFFA-509C-6178-3B60874C4DFA}"/>
                </a:ext>
              </a:extLst>
            </p:cNvPr>
            <p:cNvCxnSpPr/>
            <p:nvPr>
              <p:custDataLst>
                <p:tags r:id="rId43"/>
              </p:custDataLst>
            </p:nvPr>
          </p:nvCxnSpPr>
          <p:spPr bwMode="gray">
            <a:xfrm flipH="1" flipV="1">
              <a:off x="4354248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btfpColumnGapBlocker624922">
              <a:extLst>
                <a:ext uri="{FF2B5EF4-FFF2-40B4-BE49-F238E27FC236}">
                  <a16:creationId xmlns:a16="http://schemas.microsoft.com/office/drawing/2014/main" id="{592F051A-D5DD-D34B-AFEA-48C7271FDAE4}"/>
                </a:ext>
              </a:extLst>
            </p:cNvPr>
            <p:cNvSpPr/>
            <p:nvPr>
              <p:custDataLst>
                <p:tags r:id="rId44"/>
              </p:custDataLst>
            </p:nvPr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6" name="btfpColumnIndicator438647">
              <a:extLst>
                <a:ext uri="{FF2B5EF4-FFF2-40B4-BE49-F238E27FC236}">
                  <a16:creationId xmlns:a16="http://schemas.microsoft.com/office/drawing/2014/main" id="{5EAEDB24-782C-EC5D-B2C5-9BD7157EE8CD}"/>
                </a:ext>
              </a:extLst>
            </p:cNvPr>
            <p:cNvCxnSpPr/>
            <p:nvPr>
              <p:custDataLst>
                <p:tags r:id="rId45"/>
              </p:custDataLst>
            </p:nvPr>
          </p:nvCxnSpPr>
          <p:spPr bwMode="gray">
            <a:xfrm flipH="1" flipV="1">
              <a:off x="3813704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btfpColumnIndicator729057">
              <a:extLst>
                <a:ext uri="{FF2B5EF4-FFF2-40B4-BE49-F238E27FC236}">
                  <a16:creationId xmlns:a16="http://schemas.microsoft.com/office/drawing/2014/main" id="{063A910C-9C95-46C3-D4E0-221509CD42B9}"/>
                </a:ext>
              </a:extLst>
            </p:cNvPr>
            <p:cNvCxnSpPr/>
            <p:nvPr>
              <p:custDataLst>
                <p:tags r:id="rId46"/>
              </p:custDataLst>
            </p:nvPr>
          </p:nvCxnSpPr>
          <p:spPr bwMode="gray">
            <a:xfrm flipH="1"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7" name="btfpColumnIndicatorGroup1">
            <a:extLst>
              <a:ext uri="{FF2B5EF4-FFF2-40B4-BE49-F238E27FC236}">
                <a16:creationId xmlns:a16="http://schemas.microsoft.com/office/drawing/2014/main" id="{90A73C54-D1D6-0495-F87B-88DFAE54A9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65" name="btfpColumnGapBlocker580420">
              <a:extLst>
                <a:ext uri="{FF2B5EF4-FFF2-40B4-BE49-F238E27FC236}">
                  <a16:creationId xmlns:a16="http://schemas.microsoft.com/office/drawing/2014/main" id="{C8ACE562-0AED-7BA1-2540-1326A1B905DD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63" name="btfpColumnGapBlocker842389">
              <a:extLst>
                <a:ext uri="{FF2B5EF4-FFF2-40B4-BE49-F238E27FC236}">
                  <a16:creationId xmlns:a16="http://schemas.microsoft.com/office/drawing/2014/main" id="{AF0FAF84-2532-5D6A-A015-99EE746DA3DB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 bwMode="gray">
            <a:xfrm>
              <a:off x="7837752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61" name="btfpColumnIndicator121885">
              <a:extLst>
                <a:ext uri="{FF2B5EF4-FFF2-40B4-BE49-F238E27FC236}">
                  <a16:creationId xmlns:a16="http://schemas.microsoft.com/office/drawing/2014/main" id="{C4A4537B-33F0-0F6B-78E4-B6DB23DE35DB}"/>
                </a:ext>
              </a:extLst>
            </p:cNvPr>
            <p:cNvCxnSpPr/>
            <p:nvPr>
              <p:custDataLst>
                <p:tags r:id="rId29"/>
              </p:custDataLst>
            </p:nvPr>
          </p:nvCxnSpPr>
          <p:spPr bwMode="gray">
            <a:xfrm flipH="1"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btfpColumnIndicator624321">
              <a:extLst>
                <a:ext uri="{FF2B5EF4-FFF2-40B4-BE49-F238E27FC236}">
                  <a16:creationId xmlns:a16="http://schemas.microsoft.com/office/drawing/2014/main" id="{4284AE50-4AF7-C345-41A8-5F396194A92C}"/>
                </a:ext>
              </a:extLst>
            </p:cNvPr>
            <p:cNvCxnSpPr/>
            <p:nvPr>
              <p:custDataLst>
                <p:tags r:id="rId30"/>
              </p:custDataLst>
            </p:nvPr>
          </p:nvCxnSpPr>
          <p:spPr bwMode="gray">
            <a:xfrm flipH="1" flipV="1">
              <a:off x="8378296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btfpColumnGapBlocker235592">
              <a:extLst>
                <a:ext uri="{FF2B5EF4-FFF2-40B4-BE49-F238E27FC236}">
                  <a16:creationId xmlns:a16="http://schemas.microsoft.com/office/drawing/2014/main" id="{22FE33D8-A99C-7268-3B28-9549C24A5187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 bwMode="gray">
            <a:xfrm>
              <a:off x="3813704" y="-205740"/>
              <a:ext cx="540544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11" name="btfpColumnIndicator832663">
              <a:extLst>
                <a:ext uri="{FF2B5EF4-FFF2-40B4-BE49-F238E27FC236}">
                  <a16:creationId xmlns:a16="http://schemas.microsoft.com/office/drawing/2014/main" id="{FB6D88BE-AD96-864E-5B0A-974FB4EC931E}"/>
                </a:ext>
              </a:extLst>
            </p:cNvPr>
            <p:cNvCxnSpPr/>
            <p:nvPr>
              <p:custDataLst>
                <p:tags r:id="rId32"/>
              </p:custDataLst>
            </p:nvPr>
          </p:nvCxnSpPr>
          <p:spPr bwMode="gray">
            <a:xfrm flipH="1" flipV="1">
              <a:off x="7837752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btfpColumnIndicator578592">
              <a:extLst>
                <a:ext uri="{FF2B5EF4-FFF2-40B4-BE49-F238E27FC236}">
                  <a16:creationId xmlns:a16="http://schemas.microsoft.com/office/drawing/2014/main" id="{2601E593-6961-1B60-847F-3C8EF89306E4}"/>
                </a:ext>
              </a:extLst>
            </p:cNvPr>
            <p:cNvCxnSpPr/>
            <p:nvPr>
              <p:custDataLst>
                <p:tags r:id="rId33"/>
              </p:custDataLst>
            </p:nvPr>
          </p:nvCxnSpPr>
          <p:spPr bwMode="gray">
            <a:xfrm flipH="1" flipV="1">
              <a:off x="4354248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btfpColumnGapBlocker606152">
              <a:extLst>
                <a:ext uri="{FF2B5EF4-FFF2-40B4-BE49-F238E27FC236}">
                  <a16:creationId xmlns:a16="http://schemas.microsoft.com/office/drawing/2014/main" id="{6470FEFB-305B-F56F-B899-24A614B5A033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0"/>
                </a:srgbClr>
              </a:fgClr>
              <a:bgClr>
                <a:srgbClr val="FFFFFF">
                  <a:alpha val="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5" name="btfpColumnIndicator304002">
              <a:extLst>
                <a:ext uri="{FF2B5EF4-FFF2-40B4-BE49-F238E27FC236}">
                  <a16:creationId xmlns:a16="http://schemas.microsoft.com/office/drawing/2014/main" id="{C16A9731-2D58-546D-068B-93C9FB3E99CE}"/>
                </a:ext>
              </a:extLst>
            </p:cNvPr>
            <p:cNvCxnSpPr/>
            <p:nvPr>
              <p:custDataLst>
                <p:tags r:id="rId35"/>
              </p:custDataLst>
            </p:nvPr>
          </p:nvCxnSpPr>
          <p:spPr bwMode="gray">
            <a:xfrm flipH="1" flipV="1">
              <a:off x="3813704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btfpColumnIndicator345499">
              <a:extLst>
                <a:ext uri="{FF2B5EF4-FFF2-40B4-BE49-F238E27FC236}">
                  <a16:creationId xmlns:a16="http://schemas.microsoft.com/office/drawing/2014/main" id="{FF8BC8A7-7DE7-A92E-6863-2B47D086080B}"/>
                </a:ext>
              </a:extLst>
            </p:cNvPr>
            <p:cNvCxnSpPr/>
            <p:nvPr>
              <p:custDataLst>
                <p:tags r:id="rId36"/>
              </p:custDataLst>
            </p:nvPr>
          </p:nvCxnSpPr>
          <p:spPr bwMode="gray">
            <a:xfrm flipH="1"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>
                  <a:alpha val="0"/>
                </a:srgbClr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ABE4A251-821F-EB10-A640-213785AF9C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>
            <p:custDataLst>
              <p:tags r:id="rId4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9" imgW="306" imgH="306" progId="TCLayout.ActiveDocument.1">
                  <p:embed/>
                </p:oleObj>
              </mc:Choice>
              <mc:Fallback>
                <p:oleObj name="think-cell Slide" r:id="rId49" imgW="306" imgH="306" progId="TCLayout.ActiveDocument.1">
                  <p:embed/>
                  <p:pic>
                    <p:nvPicPr>
                      <p:cNvPr id="1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BE4A251-821F-EB10-A640-213785AF9C07}"/>
                          </a:ext>
                          <a:ext uri="{C183D7F6-B498-43B3-948B-1728B52AA6E4}">
                            <adec:decorative xmlns:adec="http://schemas.microsoft.com/office/drawing/2017/decorative" val="1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051A7890-531F-2D25-5120-7FE65C83B620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vert="horz"/>
          <a:lstStyle/>
          <a:p>
            <a:r>
              <a:rPr lang="en-US"/>
              <a:t>2x2 segment grid with main message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457059B-017A-E179-57F5-C31F23E789F6}"/>
              </a:ext>
            </a:extLst>
          </p:cNvPr>
          <p:cNvSpPr/>
          <p:nvPr>
            <p:custDataLst>
              <p:tags r:id="rId6"/>
            </p:custDataLst>
          </p:nvPr>
        </p:nvSpPr>
        <p:spPr bwMode="gray">
          <a:xfrm>
            <a:off x="334963" y="1268413"/>
            <a:ext cx="3478742" cy="4932362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bg1"/>
          </a:fontRef>
        </p:style>
        <p:txBody>
          <a:bodyPr rot="0" spcFirstLastPara="0" vertOverflow="overflow" horzOverflow="overflow" vert="horz" wrap="square" lIns="180000" tIns="180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>
                <a:solidFill>
                  <a:schemeClr val="accent3"/>
                </a:solidFill>
              </a:rPr>
              <a:t>Header</a:t>
            </a:r>
          </a:p>
          <a:p>
            <a:pPr marL="0" indent="0">
              <a:buNone/>
            </a:pPr>
            <a:r>
              <a:rPr lang="en-US">
                <a:solidFill>
                  <a:schemeClr val="bg1"/>
                </a:solidFill>
              </a:rPr>
              <a:t>Text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D8244CF-A0AF-45EB-2412-720E88D89BFB}"/>
              </a:ext>
            </a:extLst>
          </p:cNvPr>
          <p:cNvSpPr txBox="1"/>
          <p:nvPr>
            <p:custDataLst>
              <p:tags r:id="rId7"/>
            </p:custDataLst>
          </p:nvPr>
        </p:nvSpPr>
        <p:spPr bwMode="gray">
          <a:xfrm>
            <a:off x="5967925" y="1490355"/>
            <a:ext cx="449088" cy="318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txBody>
          <a:bodyPr wrap="none" lIns="36000" tIns="36000" rIns="36000" bIns="36000" rtlCol="0">
            <a:sp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</a:rPr>
              <a:t>Text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A800F1-C1FA-2DDE-3078-E632CF10A985}"/>
              </a:ext>
            </a:extLst>
          </p:cNvPr>
          <p:cNvSpPr txBox="1"/>
          <p:nvPr>
            <p:custDataLst>
              <p:tags r:id="rId8"/>
            </p:custDataLst>
          </p:nvPr>
        </p:nvSpPr>
        <p:spPr bwMode="gray">
          <a:xfrm>
            <a:off x="9811737" y="1490355"/>
            <a:ext cx="449088" cy="318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txBody>
          <a:bodyPr wrap="none" lIns="36000" tIns="36000" rIns="36000" bIns="36000" rtlCol="0">
            <a:sp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  <a:defRPr/>
            </a:pPr>
            <a:r>
              <a:rPr lang="en-US"/>
              <a:t>Text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F6BCE31-7512-AA69-FFD4-7FCD62E44D1B}"/>
              </a:ext>
            </a:extLst>
          </p:cNvPr>
          <p:cNvSpPr txBox="1"/>
          <p:nvPr>
            <p:custDataLst>
              <p:tags r:id="rId9"/>
            </p:custDataLst>
          </p:nvPr>
        </p:nvSpPr>
        <p:spPr bwMode="gray">
          <a:xfrm>
            <a:off x="5967924" y="4009707"/>
            <a:ext cx="449088" cy="318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txBody>
          <a:bodyPr wrap="none" lIns="36000" tIns="36000" rIns="36000" bIns="36000" rtlCol="0">
            <a:sp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  <a:defRPr/>
            </a:pPr>
            <a:r>
              <a:rPr lang="en-US"/>
              <a:t>Text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2752AC-B449-128B-1C4A-59F3531E7AC2}"/>
              </a:ext>
            </a:extLst>
          </p:cNvPr>
          <p:cNvSpPr txBox="1"/>
          <p:nvPr>
            <p:custDataLst>
              <p:tags r:id="rId10"/>
            </p:custDataLst>
          </p:nvPr>
        </p:nvSpPr>
        <p:spPr bwMode="gray">
          <a:xfrm>
            <a:off x="9811737" y="4009707"/>
            <a:ext cx="449088" cy="318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</a:extLst>
        </p:spPr>
        <p:txBody>
          <a:bodyPr wrap="none" lIns="36000" tIns="36000" rIns="36000" bIns="36000" rtlCol="0">
            <a:sp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ctr">
              <a:buNone/>
              <a:defRPr/>
            </a:pPr>
            <a:r>
              <a:rPr lang="en-US"/>
              <a:t>Text</a:t>
            </a:r>
          </a:p>
        </p:txBody>
      </p:sp>
      <p:grpSp>
        <p:nvGrpSpPr>
          <p:cNvPr id="20" name="btfpIcon891340">
            <a:extLst>
              <a:ext uri="{FF2B5EF4-FFF2-40B4-BE49-F238E27FC236}">
                <a16:creationId xmlns:a16="http://schemas.microsoft.com/office/drawing/2014/main" id="{9061AAF1-F720-11E1-4576-34F13615A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custDataLst>
              <p:tags r:id="rId11"/>
            </p:custDataLst>
          </p:nvPr>
        </p:nvGrpSpPr>
        <p:grpSpPr>
          <a:xfrm>
            <a:off x="5620550" y="2043373"/>
            <a:ext cx="1143838" cy="1143838"/>
            <a:chOff x="833724" y="1848496"/>
            <a:chExt cx="999304" cy="1072314"/>
          </a:xfrm>
        </p:grpSpPr>
        <p:sp>
          <p:nvSpPr>
            <p:cNvPr id="21" name="btfpIconCircle891340">
              <a:extLst>
                <a:ext uri="{FF2B5EF4-FFF2-40B4-BE49-F238E27FC236}">
                  <a16:creationId xmlns:a16="http://schemas.microsoft.com/office/drawing/2014/main" id="{56518271-1F62-AB07-413C-A9BF71EB390B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 bwMode="gray">
            <a:xfrm>
              <a:off x="833724" y="1848496"/>
              <a:ext cx="999304" cy="1072314"/>
            </a:xfrm>
            <a:prstGeom prst="ellipse">
              <a:avLst/>
            </a:prstGeom>
            <a:noFill/>
            <a:ln w="9525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bg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en-US" sz="1600">
                <a:solidFill>
                  <a:schemeClr val="tx1"/>
                </a:solidFill>
              </a:endParaRPr>
            </a:p>
          </p:txBody>
        </p:sp>
        <p:pic>
          <p:nvPicPr>
            <p:cNvPr id="22" name="btfpIconLines891340">
              <a:extLst>
                <a:ext uri="{FF2B5EF4-FFF2-40B4-BE49-F238E27FC236}">
                  <a16:creationId xmlns:a16="http://schemas.microsoft.com/office/drawing/2014/main" id="{A31651D8-8D45-0D87-09A5-6257C2EE268A}"/>
                </a:ext>
              </a:extLst>
            </p:cNvPr>
            <p:cNvPicPr/>
            <p:nvPr>
              <p:custDataLst>
                <p:tags r:id="rId26"/>
              </p:custDataLst>
            </p:nvPr>
          </p:nvPicPr>
          <p:blipFill>
            <a:blip r:embed="rId5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724" y="1848496"/>
              <a:ext cx="999304" cy="1072314"/>
            </a:xfrm>
            <a:prstGeom prst="rect">
              <a:avLst/>
            </a:prstGeom>
          </p:spPr>
        </p:pic>
      </p:grpSp>
      <p:grpSp>
        <p:nvGrpSpPr>
          <p:cNvPr id="23" name="btfpIcon89134011">
            <a:extLst>
              <a:ext uri="{FF2B5EF4-FFF2-40B4-BE49-F238E27FC236}">
                <a16:creationId xmlns:a16="http://schemas.microsoft.com/office/drawing/2014/main" id="{C82431D6-E916-BA09-79A3-7697E6311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custDataLst>
              <p:tags r:id="rId12"/>
            </p:custDataLst>
          </p:nvPr>
        </p:nvGrpSpPr>
        <p:grpSpPr>
          <a:xfrm>
            <a:off x="9464362" y="2043373"/>
            <a:ext cx="1143838" cy="1143838"/>
            <a:chOff x="833724" y="1848496"/>
            <a:chExt cx="999304" cy="1072314"/>
          </a:xfrm>
        </p:grpSpPr>
        <p:sp>
          <p:nvSpPr>
            <p:cNvPr id="24" name="btfpIconCircle891340">
              <a:extLst>
                <a:ext uri="{FF2B5EF4-FFF2-40B4-BE49-F238E27FC236}">
                  <a16:creationId xmlns:a16="http://schemas.microsoft.com/office/drawing/2014/main" id="{6E417923-BABE-0513-49EE-FD19A16FEDC8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 bwMode="gray">
            <a:xfrm>
              <a:off x="833724" y="1848496"/>
              <a:ext cx="999304" cy="1072314"/>
            </a:xfrm>
            <a:prstGeom prst="ellipse">
              <a:avLst/>
            </a:prstGeom>
            <a:noFill/>
            <a:ln w="9525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bg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en-US" sz="1600">
                <a:solidFill>
                  <a:schemeClr val="tx1"/>
                </a:solidFill>
              </a:endParaRPr>
            </a:p>
          </p:txBody>
        </p:sp>
        <p:pic>
          <p:nvPicPr>
            <p:cNvPr id="25" name="btfpIconLines891340">
              <a:extLst>
                <a:ext uri="{FF2B5EF4-FFF2-40B4-BE49-F238E27FC236}">
                  <a16:creationId xmlns:a16="http://schemas.microsoft.com/office/drawing/2014/main" id="{41624007-0359-45FA-100D-A3FAA6F6D3EA}"/>
                </a:ext>
              </a:extLst>
            </p:cNvPr>
            <p:cNvPicPr/>
            <p:nvPr>
              <p:custDataLst>
                <p:tags r:id="rId24"/>
              </p:custDataLst>
            </p:nvPr>
          </p:nvPicPr>
          <p:blipFill>
            <a:blip r:embed="rId5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724" y="1848496"/>
              <a:ext cx="999304" cy="1072314"/>
            </a:xfrm>
            <a:prstGeom prst="rect">
              <a:avLst/>
            </a:prstGeom>
          </p:spPr>
        </p:pic>
      </p:grpSp>
      <p:grpSp>
        <p:nvGrpSpPr>
          <p:cNvPr id="26" name="btfpIcon89134012">
            <a:extLst>
              <a:ext uri="{FF2B5EF4-FFF2-40B4-BE49-F238E27FC236}">
                <a16:creationId xmlns:a16="http://schemas.microsoft.com/office/drawing/2014/main" id="{79A98FA6-4455-6589-5E0C-963013D03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custDataLst>
              <p:tags r:id="rId13"/>
            </p:custDataLst>
          </p:nvPr>
        </p:nvGrpSpPr>
        <p:grpSpPr>
          <a:xfrm>
            <a:off x="5620550" y="4549318"/>
            <a:ext cx="1143838" cy="1143838"/>
            <a:chOff x="833724" y="1848496"/>
            <a:chExt cx="999304" cy="1072314"/>
          </a:xfrm>
        </p:grpSpPr>
        <p:sp>
          <p:nvSpPr>
            <p:cNvPr id="27" name="btfpIconCircle891340">
              <a:extLst>
                <a:ext uri="{FF2B5EF4-FFF2-40B4-BE49-F238E27FC236}">
                  <a16:creationId xmlns:a16="http://schemas.microsoft.com/office/drawing/2014/main" id="{616FC493-4DC4-48F9-B6D9-D615A8C815B8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 bwMode="gray">
            <a:xfrm>
              <a:off x="833724" y="1848496"/>
              <a:ext cx="999304" cy="1072314"/>
            </a:xfrm>
            <a:prstGeom prst="ellipse">
              <a:avLst/>
            </a:prstGeom>
            <a:noFill/>
            <a:ln w="9525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bg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en-US" sz="1600">
                <a:solidFill>
                  <a:schemeClr val="tx1"/>
                </a:solidFill>
              </a:endParaRPr>
            </a:p>
          </p:txBody>
        </p:sp>
        <p:pic>
          <p:nvPicPr>
            <p:cNvPr id="28" name="btfpIconLines891340">
              <a:extLst>
                <a:ext uri="{FF2B5EF4-FFF2-40B4-BE49-F238E27FC236}">
                  <a16:creationId xmlns:a16="http://schemas.microsoft.com/office/drawing/2014/main" id="{73E10542-CFD6-445D-8F71-879C59064F08}"/>
                </a:ext>
              </a:extLst>
            </p:cNvPr>
            <p:cNvPicPr/>
            <p:nvPr>
              <p:custDataLst>
                <p:tags r:id="rId22"/>
              </p:custDataLst>
            </p:nvPr>
          </p:nvPicPr>
          <p:blipFill>
            <a:blip r:embed="rId5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724" y="1848496"/>
              <a:ext cx="999304" cy="1072314"/>
            </a:xfrm>
            <a:prstGeom prst="rect">
              <a:avLst/>
            </a:prstGeom>
          </p:spPr>
        </p:pic>
      </p:grpSp>
      <p:grpSp>
        <p:nvGrpSpPr>
          <p:cNvPr id="29" name="btfpIcon89134013">
            <a:extLst>
              <a:ext uri="{FF2B5EF4-FFF2-40B4-BE49-F238E27FC236}">
                <a16:creationId xmlns:a16="http://schemas.microsoft.com/office/drawing/2014/main" id="{6AB82338-9049-A8B4-9FAD-58FABDDF05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custDataLst>
              <p:tags r:id="rId14"/>
            </p:custDataLst>
          </p:nvPr>
        </p:nvGrpSpPr>
        <p:grpSpPr>
          <a:xfrm>
            <a:off x="9464362" y="4549318"/>
            <a:ext cx="1143838" cy="1143838"/>
            <a:chOff x="833724" y="1848496"/>
            <a:chExt cx="999304" cy="1072314"/>
          </a:xfrm>
        </p:grpSpPr>
        <p:sp>
          <p:nvSpPr>
            <p:cNvPr id="30" name="btfpIconCircle891340">
              <a:extLst>
                <a:ext uri="{FF2B5EF4-FFF2-40B4-BE49-F238E27FC236}">
                  <a16:creationId xmlns:a16="http://schemas.microsoft.com/office/drawing/2014/main" id="{D917EF27-D03A-33EA-B210-202C561786DC}"/>
                </a:ext>
              </a:extLst>
            </p:cNvPr>
            <p:cNvSpPr/>
            <p:nvPr>
              <p:custDataLst>
                <p:tags r:id="rId19"/>
              </p:custDataLst>
            </p:nvPr>
          </p:nvSpPr>
          <p:spPr bwMode="gray">
            <a:xfrm>
              <a:off x="833724" y="1848496"/>
              <a:ext cx="999304" cy="1072314"/>
            </a:xfrm>
            <a:prstGeom prst="ellipse">
              <a:avLst/>
            </a:prstGeom>
            <a:noFill/>
            <a:ln w="9525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bg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en-US" sz="1600">
                <a:solidFill>
                  <a:schemeClr val="tx1"/>
                </a:solidFill>
              </a:endParaRPr>
            </a:p>
          </p:txBody>
        </p:sp>
        <p:pic>
          <p:nvPicPr>
            <p:cNvPr id="31" name="btfpIconLines891340">
              <a:extLst>
                <a:ext uri="{FF2B5EF4-FFF2-40B4-BE49-F238E27FC236}">
                  <a16:creationId xmlns:a16="http://schemas.microsoft.com/office/drawing/2014/main" id="{59CC37CD-73E5-BD37-92C2-653E77AC841C}"/>
                </a:ext>
              </a:extLst>
            </p:cNvPr>
            <p:cNvPicPr/>
            <p:nvPr>
              <p:custDataLst>
                <p:tags r:id="rId20"/>
              </p:custDataLst>
            </p:nvPr>
          </p:nvPicPr>
          <p:blipFill>
            <a:blip r:embed="rId5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724" y="1848496"/>
              <a:ext cx="999304" cy="1072314"/>
            </a:xfrm>
            <a:prstGeom prst="rect">
              <a:avLst/>
            </a:prstGeom>
          </p:spPr>
        </p:pic>
      </p:grp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5E31A4D-D8B6-8304-E759-10497BDDFB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custDataLst>
              <p:tags r:id="rId15"/>
            </p:custDataLst>
          </p:nvPr>
        </p:nvCxnSpPr>
        <p:spPr bwMode="gray">
          <a:xfrm flipH="1">
            <a:off x="8114374" y="1268413"/>
            <a:ext cx="0" cy="2389029"/>
          </a:xfrm>
          <a:prstGeom prst="line">
            <a:avLst/>
          </a:prstGeom>
          <a:ln w="9525" cap="flat" cmpd="sng" algn="ctr">
            <a:solidFill>
              <a:schemeClr val="tx2"/>
            </a:solidFill>
            <a:prstDash val="solid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99253E5-9444-A9F2-F414-70008A427B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custDataLst>
              <p:tags r:id="rId16"/>
            </p:custDataLst>
          </p:nvPr>
        </p:nvCxnSpPr>
        <p:spPr bwMode="gray">
          <a:xfrm flipH="1">
            <a:off x="8114374" y="3783636"/>
            <a:ext cx="0" cy="2389029"/>
          </a:xfrm>
          <a:prstGeom prst="line">
            <a:avLst/>
          </a:prstGeom>
          <a:ln w="9525" cap="flat" cmpd="sng" algn="ctr">
            <a:solidFill>
              <a:schemeClr val="tx2"/>
            </a:solidFill>
            <a:prstDash val="solid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FC97D0DD-81D7-CD44-138A-A8D0F7E05F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custDataLst>
              <p:tags r:id="rId17"/>
            </p:custDataLst>
          </p:nvPr>
        </p:nvCxnSpPr>
        <p:spPr bwMode="gray">
          <a:xfrm flipV="1">
            <a:off x="8198062" y="3720539"/>
            <a:ext cx="3676439" cy="1"/>
          </a:xfrm>
          <a:prstGeom prst="line">
            <a:avLst/>
          </a:prstGeom>
          <a:ln w="9525" cap="flat" cmpd="sng" algn="ctr">
            <a:solidFill>
              <a:schemeClr val="tx2"/>
            </a:solidFill>
            <a:prstDash val="solid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C9505B1-5F39-DC83-125D-02B35893D5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>
            <p:custDataLst>
              <p:tags r:id="rId18"/>
            </p:custDataLst>
          </p:nvPr>
        </p:nvCxnSpPr>
        <p:spPr bwMode="gray">
          <a:xfrm flipV="1">
            <a:off x="4354249" y="3720539"/>
            <a:ext cx="3676439" cy="1"/>
          </a:xfrm>
          <a:prstGeom prst="line">
            <a:avLst/>
          </a:prstGeom>
          <a:ln w="9525" cap="flat" cmpd="sng" algn="ctr">
            <a:solidFill>
              <a:schemeClr val="tx2"/>
            </a:solidFill>
            <a:prstDash val="solid"/>
            <a:miter lim="800000"/>
            <a:headEnd type="none" w="med" len="med"/>
            <a:tailEnd type="non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276092565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btfpColumnIndicatorGroup2">
            <a:extLst>
              <a:ext uri="{FF2B5EF4-FFF2-40B4-BE49-F238E27FC236}">
                <a16:creationId xmlns:a16="http://schemas.microsoft.com/office/drawing/2014/main" id="{2F62E343-5B62-5ED7-20A4-B4ED9FF4BADE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1" name="btfpColumnGapBlocker860275">
              <a:extLst>
                <a:ext uri="{FF2B5EF4-FFF2-40B4-BE49-F238E27FC236}">
                  <a16:creationId xmlns:a16="http://schemas.microsoft.com/office/drawing/2014/main" id="{9468540E-0218-CEA2-352B-39BA86C35977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9" name="btfpColumnGapBlocker996309">
              <a:extLst>
                <a:ext uri="{FF2B5EF4-FFF2-40B4-BE49-F238E27FC236}">
                  <a16:creationId xmlns:a16="http://schemas.microsoft.com/office/drawing/2014/main" id="{38ACEEFB-B731-5655-73C6-9DACD08BB077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7" name="btfpColumnIndicator844073">
              <a:extLst>
                <a:ext uri="{FF2B5EF4-FFF2-40B4-BE49-F238E27FC236}">
                  <a16:creationId xmlns:a16="http://schemas.microsoft.com/office/drawing/2014/main" id="{7EDE451E-CB1E-D872-D0DB-2DD7DDB90E82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btfpColumnIndicator859933">
              <a:extLst>
                <a:ext uri="{FF2B5EF4-FFF2-40B4-BE49-F238E27FC236}">
                  <a16:creationId xmlns:a16="http://schemas.microsoft.com/office/drawing/2014/main" id="{0D5AFF56-E4F8-C46B-00A6-73A9BB4B98A4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btfpColumnIndicatorGroup1">
            <a:extLst>
              <a:ext uri="{FF2B5EF4-FFF2-40B4-BE49-F238E27FC236}">
                <a16:creationId xmlns:a16="http://schemas.microsoft.com/office/drawing/2014/main" id="{B7D63C4C-E6E4-3C12-E216-43920C5EAFA1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10" name="btfpColumnGapBlocker894730">
              <a:extLst>
                <a:ext uri="{FF2B5EF4-FFF2-40B4-BE49-F238E27FC236}">
                  <a16:creationId xmlns:a16="http://schemas.microsoft.com/office/drawing/2014/main" id="{C536FAB4-3866-CDD6-C7BB-2FC133F37F4E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8" name="btfpColumnGapBlocker399104">
              <a:extLst>
                <a:ext uri="{FF2B5EF4-FFF2-40B4-BE49-F238E27FC236}">
                  <a16:creationId xmlns:a16="http://schemas.microsoft.com/office/drawing/2014/main" id="{0997FAC6-1450-92BA-479C-981703DEA6CF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50000"/>
                </a:srgbClr>
              </a:fgClr>
              <a:bgClr>
                <a:srgbClr val="FFFFFF">
                  <a:alpha val="50000"/>
                </a:srgbClr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6" name="btfpColumnIndicator580629">
              <a:extLst>
                <a:ext uri="{FF2B5EF4-FFF2-40B4-BE49-F238E27FC236}">
                  <a16:creationId xmlns:a16="http://schemas.microsoft.com/office/drawing/2014/main" id="{1A6CB8B0-93FB-7CEB-2CBC-C66F4FC3871A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btfpColumnIndicator643222">
              <a:extLst>
                <a:ext uri="{FF2B5EF4-FFF2-40B4-BE49-F238E27FC236}">
                  <a16:creationId xmlns:a16="http://schemas.microsoft.com/office/drawing/2014/main" id="{863B355B-F90E-BC7F-0500-CAFE09EFC1B1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3175" cap="flat" cmpd="sng" algn="ctr">
              <a:solidFill>
                <a:srgbClr val="B4B4B4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4" name="think-cell data - do not delete" hidden="1">
            <a:extLst>
              <a:ext uri="{FF2B5EF4-FFF2-40B4-BE49-F238E27FC236}">
                <a16:creationId xmlns:a16="http://schemas.microsoft.com/office/drawing/2014/main" id="{AE95AAC4-21EE-D8CB-7EB9-B96020CE63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023497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0" imgW="306" imgH="306" progId="TCLayout.ActiveDocument.1">
                  <p:embed/>
                </p:oleObj>
              </mc:Choice>
              <mc:Fallback>
                <p:oleObj name="think-cell Slide" r:id="rId20" imgW="306" imgH="306" progId="TCLayout.ActiveDocument.1">
                  <p:embed/>
                  <p:pic>
                    <p:nvPicPr>
                      <p:cNvPr id="1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E95AAC4-21EE-D8CB-7EB9-B96020CE630F}"/>
                          </a:ext>
                          <a:ext uri="{C183D7F6-B498-43B3-948B-1728B52AA6E4}">
                            <adec:decorative xmlns:adec="http://schemas.microsoft.com/office/drawing/2017/decorative" val="1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40C1D78D-B10E-DB41-183A-0618688BC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4854" y="0"/>
            <a:ext cx="12228419" cy="248643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3BD82CDA-12B7-1BD5-3D92-8782979DC2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custDataLst>
              <p:tags r:id="rId4"/>
            </p:custDataLst>
          </p:nvPr>
        </p:nvSpPr>
        <p:spPr bwMode="gray">
          <a:xfrm>
            <a:off x="330200" y="1055659"/>
            <a:ext cx="4281513" cy="5110192"/>
          </a:xfrm>
          <a:prstGeom prst="rect">
            <a:avLst/>
          </a:prstGeom>
          <a:solidFill>
            <a:schemeClr val="tx1"/>
          </a:solidFill>
          <a:ln w="9525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bg1"/>
          </a:fontRef>
        </p:style>
        <p:txBody>
          <a:bodyPr rot="0" spcFirstLastPara="0" vertOverflow="overflow" horzOverflow="overflow" vert="horz" wrap="square" lIns="216000" tIns="21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3200" b="1">
              <a:solidFill>
                <a:schemeClr val="accent3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1BD5AE-2944-D090-EDB9-0B9444F09DB7}"/>
              </a:ext>
            </a:extLst>
          </p:cNvPr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330200" y="1055659"/>
            <a:ext cx="4281513" cy="867225"/>
          </a:xfrm>
        </p:spPr>
        <p:txBody>
          <a:bodyPr vert="horz" lIns="219456" tIns="219456" rIns="36000" bIns="36576" anchor="t">
            <a:noAutofit/>
          </a:bodyPr>
          <a:lstStyle/>
          <a:p>
            <a:r>
              <a:rPr lang="en-US" sz="3200" b="1" dirty="0">
                <a:solidFill>
                  <a:schemeClr val="accent3"/>
                </a:solidFill>
              </a:rPr>
              <a:t>OUR APPROACH</a:t>
            </a:r>
          </a:p>
        </p:txBody>
      </p:sp>
      <p:sp>
        <p:nvSpPr>
          <p:cNvPr id="17" name="TextBox 2">
            <a:extLst>
              <a:ext uri="{FF2B5EF4-FFF2-40B4-BE49-F238E27FC236}">
                <a16:creationId xmlns:a16="http://schemas.microsoft.com/office/drawing/2014/main" id="{F8BEC122-EF5D-A209-402B-5B06351B0BF8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5159057" y="3645263"/>
            <a:ext cx="1857018" cy="21264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 xmlns="" xmlns:a16="http://schemas.microsoft.com/office/drawing/2014/main" xmlns:adec="http://schemas.microsoft.com/office/drawing/2017/decorative" xmlns:mc="http://schemas.openxmlformats.org/markup-compatibility/2006" xmlns:v="urn:schemas-microsoft-com:vml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25400" tIns="25400" rIns="25400" bIns="25400">
            <a:noAutofit/>
          </a:bodyPr>
          <a:lstStyle>
            <a:defPPr>
              <a:defRPr lang="en-US"/>
            </a:defPPr>
            <a:lvl1pPr marL="177800" indent="-177800" algn="l" defTabSz="457200" rtl="0" eaLnBrk="1" latinLnBrk="0" hangingPunct="1">
              <a:lnSpc>
                <a:spcPct val="110000"/>
              </a:lnSpc>
              <a:spcBef>
                <a:spcPts val="1200"/>
              </a:spcBef>
              <a:buChar char="•"/>
              <a:defRPr sz="6000" kern="1200">
                <a:solidFill>
                  <a:schemeClr val="tx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sz="1600" b="1" dirty="0">
                <a:solidFill>
                  <a:schemeClr val="tx1"/>
                </a:solidFill>
              </a:rPr>
              <a:t>Highly Accurate</a:t>
            </a:r>
          </a:p>
          <a:p>
            <a:pPr marL="0" marR="0" lvl="0" indent="0" algn="l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0" lvl="0" indent="0" algn="just" defTabSz="711200">
              <a:lnSpc>
                <a:spcPct val="100000"/>
              </a:lnSpc>
              <a:spcAft>
                <a:spcPct val="0"/>
              </a:spcAft>
              <a:buNone/>
              <a:defRPr/>
            </a:pP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Outperforms Azure ADI, Mistral AI, Vision labs, </a:t>
            </a:r>
            <a:r>
              <a:rPr lang="en-US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PyMuPDF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12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PDFMiner</a:t>
            </a:r>
            <a:r>
              <a:rPr 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covering all 10 document types including blueprints and equations-heavy papers that others miss entirely.</a:t>
            </a:r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3">
            <a:extLst>
              <a:ext uri="{FF2B5EF4-FFF2-40B4-BE49-F238E27FC236}">
                <a16:creationId xmlns:a16="http://schemas.microsoft.com/office/drawing/2014/main" id="{5A11DD8F-6805-7603-65CB-D46CFED8ADD5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7573486" y="3645263"/>
            <a:ext cx="1857018" cy="2194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 xmlns="" xmlns:a16="http://schemas.microsoft.com/office/drawing/2014/main" xmlns:adec="http://schemas.microsoft.com/office/drawing/2017/decorative" xmlns:mc="http://schemas.openxmlformats.org/markup-compatibility/2006" xmlns:v="urn:schemas-microsoft-com:vml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25400" tIns="25400" rIns="25400" bIns="25400">
            <a:noAutofit/>
          </a:bodyPr>
          <a:lstStyle>
            <a:defPPr>
              <a:defRPr lang="en-US"/>
            </a:defPPr>
            <a:lvl1pPr marL="177800" indent="-177800" algn="l" defTabSz="457200" rtl="0" eaLnBrk="1" latinLnBrk="0" hangingPunct="1">
              <a:lnSpc>
                <a:spcPct val="110000"/>
              </a:lnSpc>
              <a:spcBef>
                <a:spcPts val="1200"/>
              </a:spcBef>
              <a:buChar char="•"/>
              <a:defRPr sz="6000" kern="1200">
                <a:solidFill>
                  <a:schemeClr val="tx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sz="1600" b="1" dirty="0">
                <a:solidFill>
                  <a:schemeClr val="tx1"/>
                </a:solidFill>
              </a:rPr>
              <a:t>Modular Design</a:t>
            </a:r>
          </a:p>
          <a:p>
            <a:pPr marL="0" marR="0" lvl="0" indent="0" algn="l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0" lvl="0" indent="0" algn="just" defTabSz="711200">
              <a:lnSpc>
                <a:spcPct val="100000"/>
              </a:lnSpc>
              <a:spcAft>
                <a:spcPct val="0"/>
              </a:spcAft>
              <a:buNone/>
              <a:defRPr/>
            </a:pPr>
            <a:r>
              <a:rPr lang="en-US" sz="13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Each content type has its own extraction agent with a dedicated prompt. Swap in a better model at any time without touching any other part of the pipeline.</a:t>
            </a:r>
            <a:endParaRPr lang="en-US" sz="13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4">
            <a:extLst>
              <a:ext uri="{FF2B5EF4-FFF2-40B4-BE49-F238E27FC236}">
                <a16:creationId xmlns:a16="http://schemas.microsoft.com/office/drawing/2014/main" id="{056DD413-6C7A-D4FD-7297-C9D9D9EE4406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9987915" y="3645263"/>
            <a:ext cx="1857018" cy="2194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w="http://schemas.openxmlformats.org/wordprocessingml/2006/main" xmlns:wp="http://schemas.openxmlformats.org/drawingml/2006/wordprocessingDrawing" xmlns:p14="http://schemas.microsoft.com/office/powerpoint/2010/main" xmlns:p15="http://schemas.microsoft.com/office/powerpoint/2012/main" xmlns:p159="http://schemas.microsoft.com/office/powerpoint/2015/09/main" xmlns="" xmlns:a16="http://schemas.microsoft.com/office/drawing/2014/main" xmlns:adec="http://schemas.microsoft.com/office/drawing/2017/decorative" xmlns:mc="http://schemas.openxmlformats.org/markup-compatibility/2006" xmlns:v="urn:schemas-microsoft-com:vml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wrap="square" lIns="25400" tIns="25400" rIns="25400" bIns="25400">
            <a:noAutofit/>
          </a:bodyPr>
          <a:lstStyle>
            <a:defPPr>
              <a:defRPr lang="en-US"/>
            </a:defPPr>
            <a:lvl1pPr marL="177800" indent="-177800" algn="l" defTabSz="457200" rtl="0" eaLnBrk="1" latinLnBrk="0" hangingPunct="1">
              <a:lnSpc>
                <a:spcPct val="110000"/>
              </a:lnSpc>
              <a:spcBef>
                <a:spcPts val="1200"/>
              </a:spcBef>
              <a:buChar char="•"/>
              <a:defRPr sz="6000" kern="1200">
                <a:solidFill>
                  <a:schemeClr val="tx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</a:rPr>
              <a:t>Structure Aware</a:t>
            </a:r>
          </a:p>
          <a:p>
            <a:pPr marL="0" marR="0" lvl="0" indent="0" algn="ctr" defTabSz="71120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sz="1200" dirty="0">
                <a:solidFill>
                  <a:schemeClr val="tx1"/>
                </a:solidFill>
              </a:rPr>
              <a:t>(Coming Soon)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</a:endParaRPr>
          </a:p>
          <a:p>
            <a:pPr marL="0" lvl="0" indent="0" defTabSz="711200">
              <a:lnSpc>
                <a:spcPct val="100000"/>
              </a:lnSpc>
              <a:spcAft>
                <a:spcPct val="0"/>
              </a:spcAft>
              <a:buNone/>
              <a:defRPr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Text-only blocks use fast in-built libraries; complex blocks use vision agents. The TOC is parsed at markdown stage to create a living document tree — anchoring every figure, table, and section for cross-page referencing.</a:t>
            </a:r>
            <a:endParaRPr lang="en-US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4" name="btfpIcon891340">
            <a:extLst>
              <a:ext uri="{FF2B5EF4-FFF2-40B4-BE49-F238E27FC236}">
                <a16:creationId xmlns:a16="http://schemas.microsoft.com/office/drawing/2014/main" id="{59DDC714-5C6B-2D9D-6F66-2257ED549F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custDataLst>
              <p:tags r:id="rId9"/>
            </p:custDataLst>
          </p:nvPr>
        </p:nvGrpSpPr>
        <p:grpSpPr>
          <a:xfrm>
            <a:off x="5059680" y="2760095"/>
            <a:ext cx="759449" cy="759449"/>
            <a:chOff x="833722" y="1848494"/>
            <a:chExt cx="1274896" cy="1274896"/>
          </a:xfrm>
        </p:grpSpPr>
        <p:sp>
          <p:nvSpPr>
            <p:cNvPr id="35" name="btfpIconCircle891340">
              <a:extLst>
                <a:ext uri="{FF2B5EF4-FFF2-40B4-BE49-F238E27FC236}">
                  <a16:creationId xmlns:a16="http://schemas.microsoft.com/office/drawing/2014/main" id="{338E13B6-748C-C47C-3546-650F4ED49511}"/>
                </a:ext>
              </a:extLst>
            </p:cNvPr>
            <p:cNvSpPr/>
            <p:nvPr>
              <p:custDataLst>
                <p:tags r:id="rId16"/>
              </p:custDataLst>
            </p:nvPr>
          </p:nvSpPr>
          <p:spPr bwMode="gray">
            <a:xfrm>
              <a:off x="833722" y="1848494"/>
              <a:ext cx="1274896" cy="1274896"/>
            </a:xfrm>
            <a:prstGeom prst="ellipse">
              <a:avLst/>
            </a:prstGeom>
            <a:noFill/>
            <a:ln w="9525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bg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en-US" sz="1600">
                <a:solidFill>
                  <a:schemeClr val="tx1"/>
                </a:solidFill>
              </a:endParaRPr>
            </a:p>
          </p:txBody>
        </p:sp>
        <p:pic>
          <p:nvPicPr>
            <p:cNvPr id="36" name="btfpIconLines891340">
              <a:extLst>
                <a:ext uri="{FF2B5EF4-FFF2-40B4-BE49-F238E27FC236}">
                  <a16:creationId xmlns:a16="http://schemas.microsoft.com/office/drawing/2014/main" id="{D41A53FB-0F1C-D492-5F6F-BC1F36C7AEDD}"/>
                </a:ext>
              </a:extLst>
            </p:cNvPr>
            <p:cNvPicPr/>
            <p:nvPr>
              <p:custDataLst>
                <p:tags r:id="rId17"/>
              </p:custDataLst>
            </p:nvPr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722" y="1848494"/>
              <a:ext cx="1274896" cy="1274896"/>
            </a:xfrm>
            <a:prstGeom prst="rect">
              <a:avLst/>
            </a:prstGeom>
          </p:spPr>
        </p:pic>
      </p:grpSp>
      <p:grpSp>
        <p:nvGrpSpPr>
          <p:cNvPr id="37" name="btfpIcon891340">
            <a:extLst>
              <a:ext uri="{FF2B5EF4-FFF2-40B4-BE49-F238E27FC236}">
                <a16:creationId xmlns:a16="http://schemas.microsoft.com/office/drawing/2014/main" id="{BD404C4D-19F1-462F-9AB4-CA5C0B2C8B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custDataLst>
              <p:tags r:id="rId10"/>
            </p:custDataLst>
          </p:nvPr>
        </p:nvGrpSpPr>
        <p:grpSpPr>
          <a:xfrm>
            <a:off x="7494905" y="2760095"/>
            <a:ext cx="759449" cy="759449"/>
            <a:chOff x="833722" y="1848494"/>
            <a:chExt cx="1274896" cy="1274896"/>
          </a:xfrm>
        </p:grpSpPr>
        <p:sp>
          <p:nvSpPr>
            <p:cNvPr id="38" name="btfpIconCircle891340">
              <a:extLst>
                <a:ext uri="{FF2B5EF4-FFF2-40B4-BE49-F238E27FC236}">
                  <a16:creationId xmlns:a16="http://schemas.microsoft.com/office/drawing/2014/main" id="{C0DAD5E5-9EC1-BA55-36A8-1A3845026161}"/>
                </a:ext>
              </a:extLst>
            </p:cNvPr>
            <p:cNvSpPr/>
            <p:nvPr>
              <p:custDataLst>
                <p:tags r:id="rId14"/>
              </p:custDataLst>
            </p:nvPr>
          </p:nvSpPr>
          <p:spPr bwMode="gray">
            <a:xfrm>
              <a:off x="833722" y="1848494"/>
              <a:ext cx="1274896" cy="1274896"/>
            </a:xfrm>
            <a:prstGeom prst="ellipse">
              <a:avLst/>
            </a:prstGeom>
            <a:noFill/>
            <a:ln w="9525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bg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en-US" sz="1600">
                <a:solidFill>
                  <a:schemeClr val="tx1"/>
                </a:solidFill>
              </a:endParaRPr>
            </a:p>
          </p:txBody>
        </p:sp>
        <p:pic>
          <p:nvPicPr>
            <p:cNvPr id="39" name="btfpIconLines891340">
              <a:extLst>
                <a:ext uri="{FF2B5EF4-FFF2-40B4-BE49-F238E27FC236}">
                  <a16:creationId xmlns:a16="http://schemas.microsoft.com/office/drawing/2014/main" id="{F646B3F0-CDA1-DE11-69EC-4E87250AEE6E}"/>
                </a:ext>
              </a:extLst>
            </p:cNvPr>
            <p:cNvPicPr/>
            <p:nvPr>
              <p:custDataLst>
                <p:tags r:id="rId15"/>
              </p:custDataLst>
            </p:nvPr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722" y="1848494"/>
              <a:ext cx="1274896" cy="1274896"/>
            </a:xfrm>
            <a:prstGeom prst="rect">
              <a:avLst/>
            </a:prstGeom>
          </p:spPr>
        </p:pic>
      </p:grpSp>
      <p:grpSp>
        <p:nvGrpSpPr>
          <p:cNvPr id="40" name="btfpIcon891340">
            <a:extLst>
              <a:ext uri="{FF2B5EF4-FFF2-40B4-BE49-F238E27FC236}">
                <a16:creationId xmlns:a16="http://schemas.microsoft.com/office/drawing/2014/main" id="{B339CE09-A3CD-54BF-5B52-49BF8338A2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ChangeAspect="1"/>
          </p:cNvGrpSpPr>
          <p:nvPr>
            <p:custDataLst>
              <p:tags r:id="rId11"/>
            </p:custDataLst>
          </p:nvPr>
        </p:nvGrpSpPr>
        <p:grpSpPr>
          <a:xfrm>
            <a:off x="9930130" y="2760095"/>
            <a:ext cx="759449" cy="759449"/>
            <a:chOff x="833722" y="1848494"/>
            <a:chExt cx="1274896" cy="1274896"/>
          </a:xfrm>
        </p:grpSpPr>
        <p:sp>
          <p:nvSpPr>
            <p:cNvPr id="41" name="btfpIconCircle891340">
              <a:extLst>
                <a:ext uri="{FF2B5EF4-FFF2-40B4-BE49-F238E27FC236}">
                  <a16:creationId xmlns:a16="http://schemas.microsoft.com/office/drawing/2014/main" id="{8E93B850-C655-8750-D1DF-13B03A36AE1E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 bwMode="gray">
            <a:xfrm>
              <a:off x="833722" y="1848494"/>
              <a:ext cx="1274896" cy="1274896"/>
            </a:xfrm>
            <a:prstGeom prst="ellipse">
              <a:avLst/>
            </a:prstGeom>
            <a:noFill/>
            <a:ln w="9525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bg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en-US" sz="1600">
                <a:solidFill>
                  <a:schemeClr val="tx1"/>
                </a:solidFill>
              </a:endParaRPr>
            </a:p>
          </p:txBody>
        </p:sp>
        <p:pic>
          <p:nvPicPr>
            <p:cNvPr id="42" name="btfpIconLines891340">
              <a:extLst>
                <a:ext uri="{FF2B5EF4-FFF2-40B4-BE49-F238E27FC236}">
                  <a16:creationId xmlns:a16="http://schemas.microsoft.com/office/drawing/2014/main" id="{036D8A74-004D-514E-8EE4-9C3B697E6747}"/>
                </a:ext>
              </a:extLst>
            </p:cNvPr>
            <p:cNvPicPr/>
            <p:nvPr>
              <p:custDataLst>
                <p:tags r:id="rId13"/>
              </p:custDataLst>
            </p:nvPr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3722" y="1848494"/>
              <a:ext cx="1274896" cy="1274896"/>
            </a:xfrm>
            <a:prstGeom prst="rect">
              <a:avLst/>
            </a:prstGeom>
          </p:spPr>
        </p:pic>
      </p:grpSp>
      <p:sp>
        <p:nvSpPr>
          <p:cNvPr id="31" name="TextBox 30">
            <a:extLst>
              <a:ext uri="{FF2B5EF4-FFF2-40B4-BE49-F238E27FC236}">
                <a16:creationId xmlns:a16="http://schemas.microsoft.com/office/drawing/2014/main" id="{0AF8F491-E1B6-711C-A020-74D57ADD8557}"/>
              </a:ext>
            </a:extLst>
          </p:cNvPr>
          <p:cNvSpPr txBox="1"/>
          <p:nvPr/>
        </p:nvSpPr>
        <p:spPr bwMode="gray">
          <a:xfrm>
            <a:off x="1912454" y="2223275"/>
            <a:ext cx="1013791" cy="318924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PDF Input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F4E1842-A578-ED64-5C3E-72639945BAE7}"/>
              </a:ext>
            </a:extLst>
          </p:cNvPr>
          <p:cNvSpPr txBox="1"/>
          <p:nvPr/>
        </p:nvSpPr>
        <p:spPr bwMode="gray">
          <a:xfrm>
            <a:off x="1665885" y="3674131"/>
            <a:ext cx="1610140" cy="318924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Reading Order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18B58677-CB20-B0F9-4411-F250E99B90BD}"/>
              </a:ext>
            </a:extLst>
          </p:cNvPr>
          <p:cNvSpPr txBox="1"/>
          <p:nvPr/>
        </p:nvSpPr>
        <p:spPr bwMode="gray">
          <a:xfrm>
            <a:off x="1725679" y="2920819"/>
            <a:ext cx="1610141" cy="318924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Yolo Detection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987494F8-1753-7750-6B38-8A153B7F61DE}"/>
              </a:ext>
            </a:extLst>
          </p:cNvPr>
          <p:cNvSpPr txBox="1"/>
          <p:nvPr/>
        </p:nvSpPr>
        <p:spPr bwMode="gray">
          <a:xfrm>
            <a:off x="1524249" y="4371570"/>
            <a:ext cx="1779106" cy="318924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bg1"/>
                </a:solidFill>
              </a:rPr>
              <a:t>Content Extraction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1A60357-37FA-CE95-971A-13FE9698915B}"/>
              </a:ext>
            </a:extLst>
          </p:cNvPr>
          <p:cNvSpPr txBox="1"/>
          <p:nvPr/>
        </p:nvSpPr>
        <p:spPr bwMode="gray">
          <a:xfrm>
            <a:off x="1644004" y="5217169"/>
            <a:ext cx="1779105" cy="318924"/>
          </a:xfrm>
          <a:prstGeom prst="rect">
            <a:avLst/>
          </a:prstGeom>
          <a:noFill/>
        </p:spPr>
        <p:txBody>
          <a:bodyPr wrap="square" lIns="36000" tIns="36000" rIns="36000" bIns="36000" rtlCol="0">
            <a:sp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Final Markdown</a:t>
            </a:r>
          </a:p>
        </p:txBody>
      </p:sp>
      <p:sp>
        <p:nvSpPr>
          <p:cNvPr id="50" name="Arrow: Down 49">
            <a:extLst>
              <a:ext uri="{FF2B5EF4-FFF2-40B4-BE49-F238E27FC236}">
                <a16:creationId xmlns:a16="http://schemas.microsoft.com/office/drawing/2014/main" id="{07E06255-F903-DB0C-0FA3-1B459475F846}"/>
              </a:ext>
            </a:extLst>
          </p:cNvPr>
          <p:cNvSpPr/>
          <p:nvPr/>
        </p:nvSpPr>
        <p:spPr bwMode="gray">
          <a:xfrm>
            <a:off x="2307947" y="2637639"/>
            <a:ext cx="222803" cy="318924"/>
          </a:xfrm>
          <a:prstGeom prst="downArrow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52" name="Arrow: Down 51">
            <a:extLst>
              <a:ext uri="{FF2B5EF4-FFF2-40B4-BE49-F238E27FC236}">
                <a16:creationId xmlns:a16="http://schemas.microsoft.com/office/drawing/2014/main" id="{67FDF748-9FDA-26A4-199F-C6E6DF63DCC1}"/>
              </a:ext>
            </a:extLst>
          </p:cNvPr>
          <p:cNvSpPr/>
          <p:nvPr/>
        </p:nvSpPr>
        <p:spPr bwMode="gray">
          <a:xfrm>
            <a:off x="2307947" y="3332030"/>
            <a:ext cx="222803" cy="318924"/>
          </a:xfrm>
          <a:prstGeom prst="downArrow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53" name="Arrow: Down 52">
            <a:extLst>
              <a:ext uri="{FF2B5EF4-FFF2-40B4-BE49-F238E27FC236}">
                <a16:creationId xmlns:a16="http://schemas.microsoft.com/office/drawing/2014/main" id="{5E0E0060-DA86-03C4-4C0B-184FA2E9714C}"/>
              </a:ext>
            </a:extLst>
          </p:cNvPr>
          <p:cNvSpPr/>
          <p:nvPr/>
        </p:nvSpPr>
        <p:spPr bwMode="gray">
          <a:xfrm>
            <a:off x="2302401" y="4015825"/>
            <a:ext cx="222803" cy="318924"/>
          </a:xfrm>
          <a:prstGeom prst="downArrow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1600" dirty="0" err="1">
              <a:solidFill>
                <a:schemeClr val="tx1"/>
              </a:solidFill>
            </a:endParaRPr>
          </a:p>
        </p:txBody>
      </p:sp>
      <p:sp>
        <p:nvSpPr>
          <p:cNvPr id="54" name="Arrow: Down 53">
            <a:extLst>
              <a:ext uri="{FF2B5EF4-FFF2-40B4-BE49-F238E27FC236}">
                <a16:creationId xmlns:a16="http://schemas.microsoft.com/office/drawing/2014/main" id="{559C207E-24EC-E768-EE5D-21B529805DAA}"/>
              </a:ext>
            </a:extLst>
          </p:cNvPr>
          <p:cNvSpPr/>
          <p:nvPr/>
        </p:nvSpPr>
        <p:spPr bwMode="gray">
          <a:xfrm>
            <a:off x="2310754" y="4799939"/>
            <a:ext cx="222803" cy="318924"/>
          </a:xfrm>
          <a:prstGeom prst="downArrow">
            <a:avLst/>
          </a:prstGeom>
          <a:solidFill>
            <a:schemeClr val="bg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indent="0" algn="ctr">
              <a:buNone/>
            </a:pPr>
            <a:endParaRPr lang="en-US" sz="1600" dirty="0" err="1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3820335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btfpColumnIndicatorGroup2">
            <a:extLst>
              <a:ext uri="{FF2B5EF4-FFF2-40B4-BE49-F238E27FC236}">
                <a16:creationId xmlns:a16="http://schemas.microsoft.com/office/drawing/2014/main" id="{EE17A7A6-29AD-587C-4C79-6E8401D195A4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0" name="btfpColumnGapBlocker663794">
              <a:extLst>
                <a:ext uri="{FF2B5EF4-FFF2-40B4-BE49-F238E27FC236}">
                  <a16:creationId xmlns:a16="http://schemas.microsoft.com/office/drawing/2014/main" id="{3FE0A4C6-925C-BA97-7D88-4DD2D993B0D5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8" name="btfpColumnGapBlocker184140">
              <a:extLst>
                <a:ext uri="{FF2B5EF4-FFF2-40B4-BE49-F238E27FC236}">
                  <a16:creationId xmlns:a16="http://schemas.microsoft.com/office/drawing/2014/main" id="{19FC1D37-7875-3843-66D3-D53FFEEAAF71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6" name="btfpColumnIndicator251143">
              <a:extLst>
                <a:ext uri="{FF2B5EF4-FFF2-40B4-BE49-F238E27FC236}">
                  <a16:creationId xmlns:a16="http://schemas.microsoft.com/office/drawing/2014/main" id="{10B345E0-DD10-87B8-E395-3F990504D801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btfpColumnIndicator345644">
              <a:extLst>
                <a:ext uri="{FF2B5EF4-FFF2-40B4-BE49-F238E27FC236}">
                  <a16:creationId xmlns:a16="http://schemas.microsoft.com/office/drawing/2014/main" id="{026F2FD1-85FC-95EC-94DB-636E63B4D7CF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btfpColumnIndicatorGroup1">
            <a:extLst>
              <a:ext uri="{FF2B5EF4-FFF2-40B4-BE49-F238E27FC236}">
                <a16:creationId xmlns:a16="http://schemas.microsoft.com/office/drawing/2014/main" id="{AA74A3A8-A6DA-4003-A45F-72EE9BC3087D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9" name="btfpColumnGapBlocker583004">
              <a:extLst>
                <a:ext uri="{FF2B5EF4-FFF2-40B4-BE49-F238E27FC236}">
                  <a16:creationId xmlns:a16="http://schemas.microsoft.com/office/drawing/2014/main" id="{4174A8E7-2A78-2214-1408-B3DD6F4CB503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7" name="btfpColumnGapBlocker960726">
              <a:extLst>
                <a:ext uri="{FF2B5EF4-FFF2-40B4-BE49-F238E27FC236}">
                  <a16:creationId xmlns:a16="http://schemas.microsoft.com/office/drawing/2014/main" id="{43F165F0-3DDF-39EB-6616-4BBEE42729ED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5" name="btfpColumnIndicator606426">
              <a:extLst>
                <a:ext uri="{FF2B5EF4-FFF2-40B4-BE49-F238E27FC236}">
                  <a16:creationId xmlns:a16="http://schemas.microsoft.com/office/drawing/2014/main" id="{D5296453-6B6D-AC57-2B26-8233DC0AC8AA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btfpColumnIndicator317005">
              <a:extLst>
                <a:ext uri="{FF2B5EF4-FFF2-40B4-BE49-F238E27FC236}">
                  <a16:creationId xmlns:a16="http://schemas.microsoft.com/office/drawing/2014/main" id="{ED57FBA8-39A2-C662-26B9-D9E41FCF773D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CF8FA9C-DC04-A42F-E246-87E153B7B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94914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D08CC-D2B8-DDCE-ADD3-D1C87E749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5" name="think-cell data - do not delete" hidden="1">
            <a:extLst>
              <a:ext uri="{FF2B5EF4-FFF2-40B4-BE49-F238E27FC236}">
                <a16:creationId xmlns:a16="http://schemas.microsoft.com/office/drawing/2014/main" id="{D4D4ABDD-8537-44CA-A070-3E7D3C83B9DE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34652761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7" imgW="606" imgH="608" progId="TCLayout.ActiveDocument.1">
                  <p:embed/>
                </p:oleObj>
              </mc:Choice>
              <mc:Fallback>
                <p:oleObj name="think-cell Slide" r:id="rId27" imgW="606" imgH="608" progId="TCLayout.ActiveDocument.1">
                  <p:embed/>
                  <p:pic>
                    <p:nvPicPr>
                      <p:cNvPr id="3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4D4ABDD-8537-44CA-A070-3E7D3C83B9D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1" name="btfpColumnIndicatorGroup2">
            <a:extLst>
              <a:ext uri="{FF2B5EF4-FFF2-40B4-BE49-F238E27FC236}">
                <a16:creationId xmlns:a16="http://schemas.microsoft.com/office/drawing/2014/main" id="{FE20CD0A-F5F5-F684-D36E-02BD0D162F61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49" name="btfpColumnGapBlocker438251">
              <a:extLst>
                <a:ext uri="{FF2B5EF4-FFF2-40B4-BE49-F238E27FC236}">
                  <a16:creationId xmlns:a16="http://schemas.microsoft.com/office/drawing/2014/main" id="{4F02467C-66C9-F532-3531-97613F8332E4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47" name="btfpColumnGapBlocker712584">
              <a:extLst>
                <a:ext uri="{FF2B5EF4-FFF2-40B4-BE49-F238E27FC236}">
                  <a16:creationId xmlns:a16="http://schemas.microsoft.com/office/drawing/2014/main" id="{96F11E17-AC8C-7612-1BA0-F7C10C17D2EA}"/>
                </a:ext>
              </a:extLst>
            </p:cNvPr>
            <p:cNvSpPr/>
            <p:nvPr/>
          </p:nvSpPr>
          <p:spPr bwMode="gray">
            <a:xfrm>
              <a:off x="5825728" y="6926580"/>
              <a:ext cx="540544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45" name="btfpColumnIndicator835540">
              <a:extLst>
                <a:ext uri="{FF2B5EF4-FFF2-40B4-BE49-F238E27FC236}">
                  <a16:creationId xmlns:a16="http://schemas.microsoft.com/office/drawing/2014/main" id="{D6B04D35-8C69-AB13-0EA9-8A30B9E03B8A}"/>
                </a:ext>
              </a:extLst>
            </p:cNvPr>
            <p:cNvCxnSpPr/>
            <p:nvPr/>
          </p:nvCxnSpPr>
          <p:spPr bwMode="gray">
            <a:xfrm flipH="1" flipV="1">
              <a:off x="11861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btfpColumnIndicator742735">
              <a:extLst>
                <a:ext uri="{FF2B5EF4-FFF2-40B4-BE49-F238E27FC236}">
                  <a16:creationId xmlns:a16="http://schemas.microsoft.com/office/drawing/2014/main" id="{554137F6-A446-E36A-2BA0-A9F50D0280AA}"/>
                </a:ext>
              </a:extLst>
            </p:cNvPr>
            <p:cNvCxnSpPr/>
            <p:nvPr/>
          </p:nvCxnSpPr>
          <p:spPr bwMode="gray">
            <a:xfrm flipH="1" flipV="1">
              <a:off x="6366272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btfpColumnGapBlocker660047">
              <a:extLst>
                <a:ext uri="{FF2B5EF4-FFF2-40B4-BE49-F238E27FC236}">
                  <a16:creationId xmlns:a16="http://schemas.microsoft.com/office/drawing/2014/main" id="{AC1116BB-1CBC-83BA-90F3-93AB1D5B9974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39" name="btfpColumnIndicator619760">
              <a:extLst>
                <a:ext uri="{FF2B5EF4-FFF2-40B4-BE49-F238E27FC236}">
                  <a16:creationId xmlns:a16="http://schemas.microsoft.com/office/drawing/2014/main" id="{39912C7F-2445-26B2-A6B5-15A3CF5B05AE}"/>
                </a:ext>
              </a:extLst>
            </p:cNvPr>
            <p:cNvCxnSpPr/>
            <p:nvPr/>
          </p:nvCxnSpPr>
          <p:spPr bwMode="gray">
            <a:xfrm flipH="1" flipV="1">
              <a:off x="5825728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btfpColumnIndicator194264">
              <a:extLst>
                <a:ext uri="{FF2B5EF4-FFF2-40B4-BE49-F238E27FC236}">
                  <a16:creationId xmlns:a16="http://schemas.microsoft.com/office/drawing/2014/main" id="{B79BAC4E-1642-D165-F48D-EE3E8A87005F}"/>
                </a:ext>
              </a:extLst>
            </p:cNvPr>
            <p:cNvCxnSpPr/>
            <p:nvPr/>
          </p:nvCxnSpPr>
          <p:spPr bwMode="gray">
            <a:xfrm flipH="1" flipV="1">
              <a:off x="330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0" name="btfpColumnIndicatorGroup1">
            <a:extLst>
              <a:ext uri="{FF2B5EF4-FFF2-40B4-BE49-F238E27FC236}">
                <a16:creationId xmlns:a16="http://schemas.microsoft.com/office/drawing/2014/main" id="{A4605E42-B1F7-0121-6AE6-EF5400E58F69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48" name="btfpColumnGapBlocker555598">
              <a:extLst>
                <a:ext uri="{FF2B5EF4-FFF2-40B4-BE49-F238E27FC236}">
                  <a16:creationId xmlns:a16="http://schemas.microsoft.com/office/drawing/2014/main" id="{9E567851-315F-D0C9-45E2-93FD475707FB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sp>
          <p:nvSpPr>
            <p:cNvPr id="46" name="btfpColumnGapBlocker874349">
              <a:extLst>
                <a:ext uri="{FF2B5EF4-FFF2-40B4-BE49-F238E27FC236}">
                  <a16:creationId xmlns:a16="http://schemas.microsoft.com/office/drawing/2014/main" id="{C0A64718-4C0D-1341-7A0A-FC8862B0D4F2}"/>
                </a:ext>
              </a:extLst>
            </p:cNvPr>
            <p:cNvSpPr/>
            <p:nvPr/>
          </p:nvSpPr>
          <p:spPr bwMode="gray">
            <a:xfrm>
              <a:off x="5825728" y="-205740"/>
              <a:ext cx="540544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44" name="btfpColumnIndicator166220">
              <a:extLst>
                <a:ext uri="{FF2B5EF4-FFF2-40B4-BE49-F238E27FC236}">
                  <a16:creationId xmlns:a16="http://schemas.microsoft.com/office/drawing/2014/main" id="{433A816C-B28F-477B-A090-637A7259DCA0}"/>
                </a:ext>
              </a:extLst>
            </p:cNvPr>
            <p:cNvCxnSpPr/>
            <p:nvPr/>
          </p:nvCxnSpPr>
          <p:spPr bwMode="gray">
            <a:xfrm flipH="1" flipV="1">
              <a:off x="11861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btfpColumnIndicator552140">
              <a:extLst>
                <a:ext uri="{FF2B5EF4-FFF2-40B4-BE49-F238E27FC236}">
                  <a16:creationId xmlns:a16="http://schemas.microsoft.com/office/drawing/2014/main" id="{7A4A613E-2AFF-94FA-6326-34ED4994437E}"/>
                </a:ext>
              </a:extLst>
            </p:cNvPr>
            <p:cNvCxnSpPr/>
            <p:nvPr/>
          </p:nvCxnSpPr>
          <p:spPr bwMode="gray">
            <a:xfrm flipH="1" flipV="1">
              <a:off x="6366272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btfpColumnGapBlocker373384">
              <a:extLst>
                <a:ext uri="{FF2B5EF4-FFF2-40B4-BE49-F238E27FC236}">
                  <a16:creationId xmlns:a16="http://schemas.microsoft.com/office/drawing/2014/main" id="{F549187E-6E35-AA2D-BC23-76C3A3F3DFA0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en-US" sz="1600" err="1">
                <a:solidFill>
                  <a:schemeClr val="tx1"/>
                </a:solidFill>
              </a:endParaRPr>
            </a:p>
          </p:txBody>
        </p:sp>
        <p:cxnSp>
          <p:nvCxnSpPr>
            <p:cNvPr id="38" name="btfpColumnIndicator112039">
              <a:extLst>
                <a:ext uri="{FF2B5EF4-FFF2-40B4-BE49-F238E27FC236}">
                  <a16:creationId xmlns:a16="http://schemas.microsoft.com/office/drawing/2014/main" id="{152423E7-8852-C1BA-DAE0-0B9DB03EA21E}"/>
                </a:ext>
              </a:extLst>
            </p:cNvPr>
            <p:cNvCxnSpPr/>
            <p:nvPr/>
          </p:nvCxnSpPr>
          <p:spPr bwMode="gray">
            <a:xfrm flipH="1" flipV="1">
              <a:off x="5825728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btfpColumnIndicator898885">
              <a:extLst>
                <a:ext uri="{FF2B5EF4-FFF2-40B4-BE49-F238E27FC236}">
                  <a16:creationId xmlns:a16="http://schemas.microsoft.com/office/drawing/2014/main" id="{2ED7468E-698D-61D1-192A-27876393FAFD}"/>
                </a:ext>
              </a:extLst>
            </p:cNvPr>
            <p:cNvCxnSpPr/>
            <p:nvPr/>
          </p:nvCxnSpPr>
          <p:spPr bwMode="gray">
            <a:xfrm flipH="1" flipV="1">
              <a:off x="330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2C02B93-08B1-D66C-C7FD-0B9FC0555A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1/2 line chart, 1/2 standard table</a:t>
            </a:r>
          </a:p>
        </p:txBody>
      </p:sp>
      <p:graphicFrame>
        <p:nvGraphicFramePr>
          <p:cNvPr id="54" name="btfpTable214480">
            <a:extLst>
              <a:ext uri="{FF2B5EF4-FFF2-40B4-BE49-F238E27FC236}">
                <a16:creationId xmlns:a16="http://schemas.microsoft.com/office/drawing/2014/main" id="{4C39E03C-DC23-0CEF-D600-2087BDEE9131}"/>
              </a:ext>
            </a:extLst>
          </p:cNvPr>
          <p:cNvGraphicFramePr>
            <a:graphicFrameLocks noGrp="1"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623770796"/>
              </p:ext>
            </p:extLst>
          </p:nvPr>
        </p:nvGraphicFramePr>
        <p:xfrm>
          <a:off x="6366272" y="1270000"/>
          <a:ext cx="5495528" cy="5379720"/>
        </p:xfrm>
        <a:graphic>
          <a:graphicData uri="http://schemas.openxmlformats.org/drawingml/2006/table">
            <a:tbl>
              <a:tblPr firstRow="1" firstCol="1">
                <a:tableStyleId>{9D7B26C5-4107-4FEC-AEDC-1716B250A1EF}</a:tableStyleId>
              </a:tblPr>
              <a:tblGrid>
                <a:gridCol w="1373882">
                  <a:extLst>
                    <a:ext uri="{9D8B030D-6E8A-4147-A177-3AD203B41FA5}">
                      <a16:colId xmlns:a16="http://schemas.microsoft.com/office/drawing/2014/main" val="1358020614"/>
                    </a:ext>
                  </a:extLst>
                </a:gridCol>
                <a:gridCol w="1373882">
                  <a:extLst>
                    <a:ext uri="{9D8B030D-6E8A-4147-A177-3AD203B41FA5}">
                      <a16:colId xmlns:a16="http://schemas.microsoft.com/office/drawing/2014/main" val="2284300596"/>
                    </a:ext>
                  </a:extLst>
                </a:gridCol>
                <a:gridCol w="1373882">
                  <a:extLst>
                    <a:ext uri="{9D8B030D-6E8A-4147-A177-3AD203B41FA5}">
                      <a16:colId xmlns:a16="http://schemas.microsoft.com/office/drawing/2014/main" val="209522361"/>
                    </a:ext>
                  </a:extLst>
                </a:gridCol>
                <a:gridCol w="1373882">
                  <a:extLst>
                    <a:ext uri="{9D8B030D-6E8A-4147-A177-3AD203B41FA5}">
                      <a16:colId xmlns:a16="http://schemas.microsoft.com/office/drawing/2014/main" val="389724758"/>
                    </a:ext>
                  </a:extLst>
                </a:gridCol>
              </a:tblGrid>
              <a:tr h="203200"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sz="1600" dirty="0"/>
                        <a:t>Header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sz="1600"/>
                        <a:t>Header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sz="1600"/>
                        <a:t>Header</a:t>
                      </a: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indent="0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sz="1600"/>
                        <a:t>Header</a:t>
                      </a: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90958657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600" dirty="0"/>
                        <a:t>Header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Lorem Ipsum Dolor</a:t>
                      </a:r>
                    </a:p>
                    <a:p>
                      <a:pPr lvl="1"/>
                      <a:r>
                        <a:rPr lang="en-US"/>
                        <a:t>Sit Amet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Lorem Ipsum Dolor</a:t>
                      </a:r>
                    </a:p>
                    <a:p>
                      <a:pPr lvl="1"/>
                      <a:r>
                        <a:rPr lang="en-US"/>
                        <a:t>Sit Amet</a:t>
                      </a:r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Lorem Ipsum Dolor</a:t>
                      </a:r>
                    </a:p>
                    <a:p>
                      <a:pPr lvl="1"/>
                      <a:r>
                        <a:rPr lang="en-US"/>
                        <a:t>Sit Amet</a:t>
                      </a:r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9496290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600"/>
                        <a:t>Header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Lorem</a:t>
                      </a:r>
                    </a:p>
                    <a:p>
                      <a:pPr lvl="1"/>
                      <a:r>
                        <a:rPr lang="en-US"/>
                        <a:t>Ipsum </a:t>
                      </a:r>
                    </a:p>
                    <a:p>
                      <a:pPr lvl="1"/>
                      <a:r>
                        <a:rPr lang="en-US"/>
                        <a:t>Dolor</a:t>
                      </a:r>
                    </a:p>
                    <a:p>
                      <a:r>
                        <a:rPr lang="en-US"/>
                        <a:t>Sit Amet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Lorem</a:t>
                      </a:r>
                    </a:p>
                    <a:p>
                      <a:pPr lvl="1"/>
                      <a:r>
                        <a:rPr lang="en-US"/>
                        <a:t>Ipsum </a:t>
                      </a:r>
                    </a:p>
                    <a:p>
                      <a:pPr lvl="1"/>
                      <a:r>
                        <a:rPr lang="en-US"/>
                        <a:t>Dolor</a:t>
                      </a:r>
                    </a:p>
                    <a:p>
                      <a:r>
                        <a:rPr lang="en-US"/>
                        <a:t>Sit Amet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Lorem</a:t>
                      </a:r>
                    </a:p>
                    <a:p>
                      <a:pPr lvl="1"/>
                      <a:r>
                        <a:rPr lang="en-US"/>
                        <a:t>Ipsum </a:t>
                      </a:r>
                    </a:p>
                    <a:p>
                      <a:pPr lvl="1"/>
                      <a:r>
                        <a:rPr lang="en-US"/>
                        <a:t>Dolor</a:t>
                      </a:r>
                    </a:p>
                    <a:p>
                      <a:r>
                        <a:rPr lang="en-US"/>
                        <a:t>Sit Amet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3273529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600"/>
                        <a:t>Header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Lorem</a:t>
                      </a:r>
                    </a:p>
                    <a:p>
                      <a:pPr lvl="1"/>
                      <a:r>
                        <a:rPr lang="en-US"/>
                        <a:t>Ipsum </a:t>
                      </a:r>
                    </a:p>
                    <a:p>
                      <a:pPr lvl="1"/>
                      <a:r>
                        <a:rPr lang="en-US"/>
                        <a:t>Dolor</a:t>
                      </a:r>
                    </a:p>
                    <a:p>
                      <a:r>
                        <a:rPr lang="en-US"/>
                        <a:t>Sit Amet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Lorem</a:t>
                      </a:r>
                    </a:p>
                    <a:p>
                      <a:pPr lvl="1"/>
                      <a:r>
                        <a:rPr lang="en-US"/>
                        <a:t>Ipsum </a:t>
                      </a:r>
                    </a:p>
                    <a:p>
                      <a:pPr lvl="1"/>
                      <a:r>
                        <a:rPr lang="en-US"/>
                        <a:t>Dolor</a:t>
                      </a:r>
                    </a:p>
                    <a:p>
                      <a:r>
                        <a:rPr lang="en-US"/>
                        <a:t>Sit Amet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Lorem</a:t>
                      </a:r>
                    </a:p>
                    <a:p>
                      <a:pPr lvl="1"/>
                      <a:r>
                        <a:rPr lang="en-US"/>
                        <a:t>Ipsum </a:t>
                      </a:r>
                    </a:p>
                    <a:p>
                      <a:pPr lvl="1"/>
                      <a:r>
                        <a:rPr lang="en-US"/>
                        <a:t>Dolor</a:t>
                      </a:r>
                    </a:p>
                    <a:p>
                      <a:r>
                        <a:rPr lang="en-US"/>
                        <a:t>Sit Amet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446762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r>
                        <a:rPr lang="en-US" sz="1600"/>
                        <a:t>Header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Lorem</a:t>
                      </a:r>
                    </a:p>
                    <a:p>
                      <a:pPr lvl="1"/>
                      <a:r>
                        <a:rPr lang="en-US"/>
                        <a:t>Ipsum </a:t>
                      </a:r>
                    </a:p>
                    <a:p>
                      <a:pPr lvl="1"/>
                      <a:r>
                        <a:rPr lang="en-US"/>
                        <a:t>Dolor</a:t>
                      </a:r>
                    </a:p>
                    <a:p>
                      <a:r>
                        <a:rPr lang="en-US"/>
                        <a:t>Sit Amet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Lorem</a:t>
                      </a:r>
                    </a:p>
                    <a:p>
                      <a:pPr lvl="1"/>
                      <a:r>
                        <a:rPr lang="en-US"/>
                        <a:t>Ipsum </a:t>
                      </a:r>
                    </a:p>
                    <a:p>
                      <a:pPr lvl="1"/>
                      <a:r>
                        <a:rPr lang="en-US"/>
                        <a:t>Dolor</a:t>
                      </a:r>
                    </a:p>
                    <a:p>
                      <a:r>
                        <a:rPr lang="en-US"/>
                        <a:t>Sit Amet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Lorem</a:t>
                      </a:r>
                    </a:p>
                    <a:p>
                      <a:pPr lvl="1"/>
                      <a:r>
                        <a:rPr lang="en-US" dirty="0"/>
                        <a:t>Ipsum </a:t>
                      </a:r>
                    </a:p>
                    <a:p>
                      <a:pPr lvl="1"/>
                      <a:r>
                        <a:rPr lang="en-US" dirty="0"/>
                        <a:t>Dolor</a:t>
                      </a:r>
                    </a:p>
                    <a:p>
                      <a:r>
                        <a:rPr lang="en-US" dirty="0"/>
                        <a:t>Sit Amet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4525963"/>
                  </a:ext>
                </a:extLst>
              </a:tr>
            </a:tbl>
          </a:graphicData>
        </a:graphic>
      </p:graphicFrame>
      <p:graphicFrame>
        <p:nvGraphicFramePr>
          <p:cNvPr id="248" name="Chart 247">
            <a:extLst>
              <a:ext uri="{FF2B5EF4-FFF2-40B4-BE49-F238E27FC236}">
                <a16:creationId xmlns:a16="http://schemas.microsoft.com/office/drawing/2014/main" id="{B239C834-6F13-B37B-FE30-00F8BF0200AD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518199610"/>
              </p:ext>
            </p:extLst>
          </p:nvPr>
        </p:nvGraphicFramePr>
        <p:xfrm>
          <a:off x="660400" y="1938338"/>
          <a:ext cx="4314825" cy="36782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9"/>
          </a:graphicData>
        </a:graphic>
      </p:graphicFrame>
      <p:sp>
        <p:nvSpPr>
          <p:cNvPr id="12" name="Text Placeholder">
            <a:extLst>
              <a:ext uri="{FF2B5EF4-FFF2-40B4-BE49-F238E27FC236}">
                <a16:creationId xmlns:a16="http://schemas.microsoft.com/office/drawing/2014/main" id="{E4DB350F-A420-6E22-A127-46D4ACEE50BE}"/>
              </a:ext>
            </a:extLst>
          </p:cNvPr>
          <p:cNvSpPr/>
          <p:nvPr>
            <p:custDataLst>
              <p:tags r:id="rId5"/>
            </p:custDataLst>
          </p:nvPr>
        </p:nvSpPr>
        <p:spPr bwMode="gray">
          <a:xfrm>
            <a:off x="527050" y="5427663"/>
            <a:ext cx="9842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defPPr>
              <a:defRPr lang="en-US"/>
            </a:defPPr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760C4522-7FBE-4BCC-999C-B00750541B68}" type="datetime'0'''''''''''''''''''''''''">
              <a:rPr lang="en-US" altLang="en-US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0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05" name="Text Placeholder">
            <a:extLst>
              <a:ext uri="{FF2B5EF4-FFF2-40B4-BE49-F238E27FC236}">
                <a16:creationId xmlns:a16="http://schemas.microsoft.com/office/drawing/2014/main" id="{8274E7B1-66AC-97CE-F391-914C1B9F759D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 bwMode="gray">
          <a:xfrm>
            <a:off x="330200" y="1914525"/>
            <a:ext cx="295275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4AEE95B9-6996-473D-9A7A-D039A835F0B1}" type="datetime'''''''''''''''''''''''''''''''''''''''1''''''00'''''''''''''">
              <a:rPr lang="en-US" altLang="en-US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100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0" name="Text Placeholder">
            <a:extLst>
              <a:ext uri="{FF2B5EF4-FFF2-40B4-BE49-F238E27FC236}">
                <a16:creationId xmlns:a16="http://schemas.microsoft.com/office/drawing/2014/main" id="{7DF5335B-B1B5-4161-6E73-C3E2913E09B7}"/>
              </a:ext>
            </a:extLst>
          </p:cNvPr>
          <p:cNvSpPr>
            <a:spLocks/>
          </p:cNvSpPr>
          <p:nvPr>
            <p:custDataLst>
              <p:tags r:id="rId7"/>
            </p:custDataLst>
          </p:nvPr>
        </p:nvSpPr>
        <p:spPr bwMode="gray">
          <a:xfrm>
            <a:off x="428625" y="4724400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F47638D8-D9B5-4098-B449-82F471775AC4}" type="datetime'''''''''''''''''''''''2''''''''''''''''''0'''''''''''">
              <a:rPr lang="en-US" altLang="en-US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20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1" name="Text Placeholder">
            <a:extLst>
              <a:ext uri="{FF2B5EF4-FFF2-40B4-BE49-F238E27FC236}">
                <a16:creationId xmlns:a16="http://schemas.microsoft.com/office/drawing/2014/main" id="{2FAB316B-6128-7619-D802-AC3F66F7317A}"/>
              </a:ext>
            </a:extLst>
          </p:cNvPr>
          <p:cNvSpPr>
            <a:spLocks/>
          </p:cNvSpPr>
          <p:nvPr>
            <p:custDataLst>
              <p:tags r:id="rId8"/>
            </p:custDataLst>
          </p:nvPr>
        </p:nvSpPr>
        <p:spPr bwMode="gray">
          <a:xfrm>
            <a:off x="428625" y="4022725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3979D71A-8E6C-47C7-B725-D06FB42D9CFA}" type="datetime'''''''''''''4''''0'''''''''''''''''''''''''''">
              <a:rPr lang="en-US" altLang="en-US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40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2" name="Text Placeholder">
            <a:extLst>
              <a:ext uri="{FF2B5EF4-FFF2-40B4-BE49-F238E27FC236}">
                <a16:creationId xmlns:a16="http://schemas.microsoft.com/office/drawing/2014/main" id="{5415370A-A5A3-B134-9EA5-C3AB8981470B}"/>
              </a:ext>
            </a:extLst>
          </p:cNvPr>
          <p:cNvSpPr>
            <a:spLocks/>
          </p:cNvSpPr>
          <p:nvPr>
            <p:custDataLst>
              <p:tags r:id="rId9"/>
            </p:custDataLst>
          </p:nvPr>
        </p:nvSpPr>
        <p:spPr bwMode="gray">
          <a:xfrm>
            <a:off x="428625" y="3319463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D9675C0D-5E7D-4D58-AC46-5B47BC07B4CA}" type="datetime'''''''''6''''''''''''''''''''''''''''0'''''''''''''''">
              <a:rPr lang="en-US" altLang="en-US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60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13" name="Text Placeholder">
            <a:extLst>
              <a:ext uri="{FF2B5EF4-FFF2-40B4-BE49-F238E27FC236}">
                <a16:creationId xmlns:a16="http://schemas.microsoft.com/office/drawing/2014/main" id="{BDF68D18-AAD2-A17E-5A51-638F81AE4882}"/>
              </a:ext>
            </a:extLst>
          </p:cNvPr>
          <p:cNvSpPr>
            <a:spLocks/>
          </p:cNvSpPr>
          <p:nvPr>
            <p:custDataLst>
              <p:tags r:id="rId10"/>
            </p:custDataLst>
          </p:nvPr>
        </p:nvSpPr>
        <p:spPr bwMode="gray">
          <a:xfrm>
            <a:off x="428625" y="2617788"/>
            <a:ext cx="1968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r">
              <a:spcBef>
                <a:spcPct val="0"/>
              </a:spcBef>
              <a:spcAft>
                <a:spcPct val="0"/>
              </a:spcAft>
              <a:buNone/>
            </a:pPr>
            <a:fld id="{0A670326-75B6-4350-8CEE-A31D7F7BAECE}" type="datetime'''''''''''''8''0'''''''''''''''''''''''''''''''''''''''''''''">
              <a:rPr lang="en-US" altLang="en-US" smtClean="0">
                <a:solidFill>
                  <a:srgbClr val="000000"/>
                </a:solidFill>
                <a:effectLst/>
              </a:rPr>
              <a:pPr marL="0" lvl="3" indent="0" algn="r">
                <a:spcBef>
                  <a:spcPct val="0"/>
                </a:spcBef>
                <a:spcAft>
                  <a:spcPct val="0"/>
                </a:spcAft>
                <a:buNone/>
              </a:pPr>
              <a:t>80</a:t>
            </a:fld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7" name="Text Placeholder">
            <a:extLst>
              <a:ext uri="{FF2B5EF4-FFF2-40B4-BE49-F238E27FC236}">
                <a16:creationId xmlns:a16="http://schemas.microsoft.com/office/drawing/2014/main" id="{6336D609-40E8-3AF5-C37B-7CA4B31BCA43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5040313" y="5427663"/>
            <a:ext cx="785813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defPPr>
              <a:defRPr lang="en-US"/>
            </a:defPPr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000000"/>
                </a:solidFill>
                <a:effectLst/>
              </a:rPr>
              <a:t>PDF Type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8" name="Text Placeholder">
            <a:extLst>
              <a:ext uri="{FF2B5EF4-FFF2-40B4-BE49-F238E27FC236}">
                <a16:creationId xmlns:a16="http://schemas.microsoft.com/office/drawing/2014/main" id="{478EAD9C-1E53-FC8C-1575-8241E50977B6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330199" y="1558925"/>
            <a:ext cx="73025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defPPr>
              <a:defRPr lang="en-US"/>
            </a:defPPr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000000"/>
                </a:solidFill>
                <a:effectLst/>
              </a:rPr>
              <a:t>Accuracy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" name="CommentBox">
            <a:extLst>
              <a:ext uri="{FF2B5EF4-FFF2-40B4-BE49-F238E27FC236}">
                <a16:creationId xmlns:a16="http://schemas.microsoft.com/office/drawing/2014/main" id="{FB37B71D-DAF2-06DB-7D7A-C8695C4C8D32}"/>
              </a:ext>
            </a:extLst>
          </p:cNvPr>
          <p:cNvSpPr/>
          <p:nvPr/>
        </p:nvSpPr>
        <p:spPr bwMode="gray">
          <a:xfrm>
            <a:off x="8250622" y="70127"/>
            <a:ext cx="3941376" cy="693371"/>
          </a:xfrm>
          <a:prstGeom prst="wedgeRoundRectCallout">
            <a:avLst>
              <a:gd name="adj1" fmla="val -40000"/>
              <a:gd name="adj2" fmla="val 40000"/>
              <a:gd name="adj3" fmla="val 16667"/>
            </a:avLst>
          </a:prstGeom>
          <a:solidFill>
            <a:srgbClr val="DCE5EA"/>
          </a:solidFill>
          <a:ln w="9525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177800" indent="-177800" algn="l" defTabSz="711200" rtl="0" eaLnBrk="1" latinLnBrk="0" hangingPunct="1">
              <a:spcBef>
                <a:spcPts val="1200"/>
              </a:spcBef>
              <a:buChar char="•"/>
              <a:defRPr sz="160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1pPr>
            <a:lvl2pPr marL="3556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2pPr>
            <a:lvl3pPr marL="5334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3pPr>
            <a:lvl4pPr marL="711200" indent="-177800" algn="l" defTabSz="711200" rtl="0" eaLnBrk="1" latinLnBrk="0" hangingPunct="1">
              <a:spcBef>
                <a:spcPts val="600"/>
              </a:spcBef>
              <a:buChar char="–"/>
              <a:defRPr sz="140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4pPr>
            <a:lvl5pPr marL="889000" indent="-177800" algn="l" defTabSz="711200" rtl="0" eaLnBrk="1" latinLnBrk="0" hangingPunct="1">
              <a:spcBef>
                <a:spcPts val="600"/>
              </a:spcBef>
              <a:buChar char="&gt;"/>
              <a:defRPr sz="140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5pPr>
            <a:lvl6pPr marL="1066800" indent="-177800" algn="l" defTabSz="711200" rtl="0" eaLnBrk="1" latinLnBrk="0" hangingPunct="1">
              <a:defRPr sz="140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6pPr>
            <a:lvl7pPr marL="1244600" indent="-177800" algn="l" defTabSz="711200" rtl="0" eaLnBrk="1" latinLnBrk="0" hangingPunct="1">
              <a:defRPr sz="140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7pPr>
            <a:lvl8pPr marL="1422400" indent="-177800" algn="l" defTabSz="711200" rtl="0" eaLnBrk="1" latinLnBrk="0" hangingPunct="1">
              <a:defRPr sz="140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8pPr>
            <a:lvl9pPr marL="1600200" indent="-177800" algn="l" defTabSz="711200" rtl="0" eaLnBrk="1" latinLnBrk="0" hangingPunct="1">
              <a:defRPr sz="1400" kern="1200">
                <a:solidFill>
                  <a:srgbClr val="FFFFFF"/>
                </a:solidFill>
                <a:latin typeface="Arial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buNone/>
            </a:pPr>
            <a:r>
              <a:rPr lang="en-US" sz="1200">
                <a:solidFill>
                  <a:srgbClr val="000000"/>
                </a:solidFill>
                <a:latin typeface="Arial" panose="020B0604020202020204" pitchFamily="34" charset="0"/>
              </a:rPr>
              <a:t>Chart(s) based on the more flexible data format used by think-cell from late 2025 on. It may cause </a:t>
            </a:r>
            <a:r>
              <a:rPr lang="en-US" sz="1200">
                <a:solidFill>
                  <a:srgbClr val="46647B"/>
                </a:solidFill>
                <a:latin typeface="Arial" panose="020B0604020202020204" pitchFamily="34" charset="0"/>
                <a:hlinkClick r:id="rId3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incompatibility with clients</a:t>
            </a:r>
            <a:r>
              <a:rPr lang="en-US" sz="1200">
                <a:solidFill>
                  <a:srgbClr val="46647B"/>
                </a:solidFill>
                <a:latin typeface="Arial" panose="020B0604020202020204" pitchFamily="34" charset="0"/>
              </a:rPr>
              <a:t> </a:t>
            </a:r>
            <a:r>
              <a:rPr lang="en-US" sz="1200">
                <a:solidFill>
                  <a:srgbClr val="000000"/>
                </a:solidFill>
                <a:latin typeface="Arial" panose="020B0604020202020204" pitchFamily="34" charset="0"/>
              </a:rPr>
              <a:t>until they upgrade to that version.</a:t>
            </a:r>
          </a:p>
        </p:txBody>
      </p:sp>
      <p:sp>
        <p:nvSpPr>
          <p:cNvPr id="27" name="Text Placeholder">
            <a:extLst>
              <a:ext uri="{FF2B5EF4-FFF2-40B4-BE49-F238E27FC236}">
                <a16:creationId xmlns:a16="http://schemas.microsoft.com/office/drawing/2014/main" id="{C416517B-B24A-CE6E-2149-021C5AEE3ED2}"/>
              </a:ext>
            </a:extLst>
          </p:cNvPr>
          <p:cNvSpPr>
            <a:spLocks/>
          </p:cNvSpPr>
          <p:nvPr>
            <p:custDataLst>
              <p:tags r:id="rId13"/>
            </p:custDataLst>
          </p:nvPr>
        </p:nvSpPr>
        <p:spPr bwMode="auto">
          <a:xfrm>
            <a:off x="887413" y="5641975"/>
            <a:ext cx="684213" cy="53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50800" rIns="142875" bIns="333375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5584CBA8-7D05-4641-AE8C-E3F92D734FE8}" type="datetime'''''Sc''an''''''''''''n''''e''''''d'''''''''''">
              <a:rPr lang="en-US" altLang="en-US" sz="1000" b="1" smtClean="0">
                <a:solidFill>
                  <a:srgbClr val="000000"/>
                </a:solidFill>
                <a:effectLst/>
              </a:rPr>
              <a:pPr marL="0" lvl="3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Scanned</a:t>
            </a:fld>
            <a:endParaRPr lang="en-US" sz="1000" b="1" dirty="0">
              <a:solidFill>
                <a:srgbClr val="000000"/>
              </a:solidFill>
            </a:endParaRPr>
          </a:p>
        </p:txBody>
      </p:sp>
      <p:sp>
        <p:nvSpPr>
          <p:cNvPr id="32" name="Text Placeholder">
            <a:extLst>
              <a:ext uri="{FF2B5EF4-FFF2-40B4-BE49-F238E27FC236}">
                <a16:creationId xmlns:a16="http://schemas.microsoft.com/office/drawing/2014/main" id="{354A0F5D-DCC1-755B-468B-7F07C0B492D0}"/>
              </a:ext>
            </a:extLst>
          </p:cNvPr>
          <p:cNvSpPr>
            <a:spLocks/>
          </p:cNvSpPr>
          <p:nvPr>
            <p:custDataLst>
              <p:tags r:id="rId14"/>
            </p:custDataLst>
          </p:nvPr>
        </p:nvSpPr>
        <p:spPr bwMode="auto">
          <a:xfrm>
            <a:off x="2401888" y="5641975"/>
            <a:ext cx="830263" cy="53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1588" tIns="50800" rIns="0" bIns="180975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62B11D82-0D8C-46B8-9F22-6155B6C7C59B}" type="datetime'F''orm /'''' ''''''''''In''''''''v''o''''''''''ic''e'">
              <a:rPr lang="en-US" altLang="en-US" sz="1000" b="1" smtClean="0">
                <a:solidFill>
                  <a:srgbClr val="000000"/>
                </a:solidFill>
              </a:rPr>
              <a:pPr/>
              <a:t>Form / Invoice</a:t>
            </a:fld>
            <a:endParaRPr lang="en-US" sz="1000" b="1" dirty="0">
              <a:solidFill>
                <a:srgbClr val="000000"/>
              </a:solidFill>
            </a:endParaRPr>
          </a:p>
        </p:txBody>
      </p:sp>
      <p:sp>
        <p:nvSpPr>
          <p:cNvPr id="108" name="Text Placeholder">
            <a:extLst>
              <a:ext uri="{FF2B5EF4-FFF2-40B4-BE49-F238E27FC236}">
                <a16:creationId xmlns:a16="http://schemas.microsoft.com/office/drawing/2014/main" id="{02A3BC78-9CD4-127B-05A6-4EC925AD40E9}"/>
              </a:ext>
            </a:extLst>
          </p:cNvPr>
          <p:cNvSpPr>
            <a:spLocks/>
          </p:cNvSpPr>
          <p:nvPr>
            <p:custDataLst>
              <p:tags r:id="rId15"/>
            </p:custDataLst>
          </p:nvPr>
        </p:nvSpPr>
        <p:spPr bwMode="auto">
          <a:xfrm>
            <a:off x="1571625" y="5641975"/>
            <a:ext cx="830263" cy="53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50800" rIns="0" bIns="333375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4A71D4BB-5EBE-4C00-83A7-F684DA727D18}" type="datetime'''''B''''''''''''''l''''''''u''epri''''nt''''''''''''s'">
              <a:rPr lang="en-US" altLang="en-US" sz="1000" b="1" smtClean="0">
                <a:solidFill>
                  <a:srgbClr val="000000"/>
                </a:solidFill>
              </a:rPr>
              <a:pPr/>
              <a:t>Blueprints</a:t>
            </a:fld>
            <a:endParaRPr lang="en-US" sz="1000" b="1" dirty="0">
              <a:solidFill>
                <a:srgbClr val="000000"/>
              </a:solidFill>
            </a:endParaRPr>
          </a:p>
        </p:txBody>
      </p: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92839E2B-9526-F48A-168B-4F1C63E73B79}"/>
              </a:ext>
            </a:extLst>
          </p:cNvPr>
          <p:cNvCxnSpPr/>
          <p:nvPr>
            <p:custDataLst>
              <p:tags r:id="rId16"/>
            </p:custDataLst>
          </p:nvPr>
        </p:nvCxnSpPr>
        <p:spPr bwMode="gray">
          <a:xfrm>
            <a:off x="349250" y="1341438"/>
            <a:ext cx="141288" cy="0"/>
          </a:xfrm>
          <a:prstGeom prst="line">
            <a:avLst/>
          </a:prstGeom>
          <a:ln w="38100" cap="rnd" cmpd="sng" algn="ctr">
            <a:solidFill>
              <a:srgbClr val="2D475A"/>
            </a:solidFill>
            <a:prstDash val="solid"/>
            <a:miter lim="800000"/>
            <a:headEnd type="none" w="med" len="med"/>
            <a:tailEnd type="none" w="med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D94E4110-7C6B-A94B-FE28-FE31C7A1902C}"/>
              </a:ext>
            </a:extLst>
          </p:cNvPr>
          <p:cNvCxnSpPr/>
          <p:nvPr>
            <p:custDataLst>
              <p:tags r:id="rId17"/>
            </p:custDataLst>
          </p:nvPr>
        </p:nvCxnSpPr>
        <p:spPr bwMode="gray">
          <a:xfrm>
            <a:off x="1466850" y="1341438"/>
            <a:ext cx="141288" cy="0"/>
          </a:xfrm>
          <a:prstGeom prst="line">
            <a:avLst/>
          </a:prstGeom>
          <a:ln w="38100" cap="rnd" cmpd="sng" algn="ctr">
            <a:solidFill>
              <a:srgbClr val="46647B"/>
            </a:solidFill>
            <a:prstDash val="solid"/>
            <a:miter lim="800000"/>
            <a:headEnd type="none" w="med" len="med"/>
            <a:tailEnd type="none" w="med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9" name="Straight Connector 218">
            <a:extLst>
              <a:ext uri="{FF2B5EF4-FFF2-40B4-BE49-F238E27FC236}">
                <a16:creationId xmlns:a16="http://schemas.microsoft.com/office/drawing/2014/main" id="{0D301A9A-BF0C-8591-67F1-55306D811742}"/>
              </a:ext>
            </a:extLst>
          </p:cNvPr>
          <p:cNvCxnSpPr/>
          <p:nvPr>
            <p:custDataLst>
              <p:tags r:id="rId18"/>
            </p:custDataLst>
          </p:nvPr>
        </p:nvCxnSpPr>
        <p:spPr bwMode="gray">
          <a:xfrm>
            <a:off x="2522538" y="1341438"/>
            <a:ext cx="141287" cy="0"/>
          </a:xfrm>
          <a:prstGeom prst="line">
            <a:avLst/>
          </a:prstGeom>
          <a:ln w="38100" cap="rnd" cmpd="sng" algn="ctr">
            <a:solidFill>
              <a:srgbClr val="7891AA"/>
            </a:solidFill>
            <a:prstDash val="solid"/>
            <a:miter lim="800000"/>
            <a:headEnd type="none" w="med" len="med"/>
            <a:tailEnd type="none" w="med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0" name="Straight Connector 219">
            <a:extLst>
              <a:ext uri="{FF2B5EF4-FFF2-40B4-BE49-F238E27FC236}">
                <a16:creationId xmlns:a16="http://schemas.microsoft.com/office/drawing/2014/main" id="{5F8981C3-3A80-1178-CC6A-2EC873F54435}"/>
              </a:ext>
            </a:extLst>
          </p:cNvPr>
          <p:cNvCxnSpPr/>
          <p:nvPr>
            <p:custDataLst>
              <p:tags r:id="rId19"/>
            </p:custDataLst>
          </p:nvPr>
        </p:nvCxnSpPr>
        <p:spPr bwMode="gray">
          <a:xfrm>
            <a:off x="3382963" y="1341438"/>
            <a:ext cx="141287" cy="0"/>
          </a:xfrm>
          <a:prstGeom prst="line">
            <a:avLst/>
          </a:prstGeom>
          <a:ln w="38100" cap="rnd" cmpd="sng" algn="ctr">
            <a:solidFill>
              <a:srgbClr val="A3BCD3"/>
            </a:solidFill>
            <a:prstDash val="solid"/>
            <a:miter lim="800000"/>
            <a:headEnd type="none" w="med" len="med"/>
            <a:tailEnd type="none" w="med" len="lg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2" name="Text Placeholder">
            <a:extLst>
              <a:ext uri="{FF2B5EF4-FFF2-40B4-BE49-F238E27FC236}">
                <a16:creationId xmlns:a16="http://schemas.microsoft.com/office/drawing/2014/main" id="{7839C2C4-3FA1-F726-43C8-96CA77448281}"/>
              </a:ext>
            </a:extLst>
          </p:cNvPr>
          <p:cNvSpPr>
            <a:spLocks/>
          </p:cNvSpPr>
          <p:nvPr>
            <p:custDataLst>
              <p:tags r:id="rId20"/>
            </p:custDataLst>
          </p:nvPr>
        </p:nvSpPr>
        <p:spPr bwMode="auto">
          <a:xfrm>
            <a:off x="560388" y="1270000"/>
            <a:ext cx="785813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>
              <a:spcBef>
                <a:spcPct val="0"/>
              </a:spcBef>
              <a:spcAft>
                <a:spcPct val="0"/>
              </a:spcAft>
              <a:buNone/>
            </a:pPr>
            <a:fld id="{D70E9E0C-2679-4D46-B10E-666DE3462713}" type="datetime'''O''u''''''r ''''Ap''''''''''p''''''''''ro''a''ch'">
              <a:rPr lang="en-US" altLang="en-US" sz="1000" smtClean="0">
                <a:solidFill>
                  <a:srgbClr val="000000"/>
                </a:solidFill>
                <a:effectLst/>
              </a:rPr>
              <a:pPr/>
              <a:t>Our Approach</a:t>
            </a:fld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134" name="Text Placeholder">
            <a:extLst>
              <a:ext uri="{FF2B5EF4-FFF2-40B4-BE49-F238E27FC236}">
                <a16:creationId xmlns:a16="http://schemas.microsoft.com/office/drawing/2014/main" id="{BE382766-1971-591C-FE19-75158FDB7D45}"/>
              </a:ext>
            </a:extLst>
          </p:cNvPr>
          <p:cNvSpPr>
            <a:spLocks/>
          </p:cNvSpPr>
          <p:nvPr>
            <p:custDataLst>
              <p:tags r:id="rId21"/>
            </p:custDataLst>
          </p:nvPr>
        </p:nvSpPr>
        <p:spPr bwMode="auto">
          <a:xfrm>
            <a:off x="1677988" y="1270000"/>
            <a:ext cx="723900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>
              <a:spcBef>
                <a:spcPct val="0"/>
              </a:spcBef>
              <a:spcAft>
                <a:spcPct val="0"/>
              </a:spcAft>
              <a:buNone/>
            </a:pPr>
            <a:fld id="{0C5C15BA-A62D-4FD8-AB8C-2C0E82F3E443}" type="datetime'''''''V''''''''i''''s''i''''''''on ''''''M''o''''del'''''">
              <a:rPr lang="en-US" altLang="en-US" sz="1000" smtClean="0">
                <a:solidFill>
                  <a:srgbClr val="000000"/>
                </a:solidFill>
                <a:effectLst/>
              </a:rPr>
              <a:pPr/>
              <a:t>Vision Model</a:t>
            </a:fld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135" name="Text Placeholder">
            <a:extLst>
              <a:ext uri="{FF2B5EF4-FFF2-40B4-BE49-F238E27FC236}">
                <a16:creationId xmlns:a16="http://schemas.microsoft.com/office/drawing/2014/main" id="{AFE72B15-1294-3830-0494-4738E0D4F525}"/>
              </a:ext>
            </a:extLst>
          </p:cNvPr>
          <p:cNvSpPr>
            <a:spLocks/>
          </p:cNvSpPr>
          <p:nvPr>
            <p:custDataLst>
              <p:tags r:id="rId22"/>
            </p:custDataLst>
          </p:nvPr>
        </p:nvSpPr>
        <p:spPr bwMode="auto">
          <a:xfrm>
            <a:off x="2733675" y="1270000"/>
            <a:ext cx="52863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>
              <a:spcBef>
                <a:spcPct val="0"/>
              </a:spcBef>
              <a:spcAft>
                <a:spcPct val="0"/>
              </a:spcAft>
              <a:buNone/>
            </a:pPr>
            <a:fld id="{0DF6F643-3B87-492A-88EB-2212CD840D3D}" type="datetime'M''''is''''tr''''''''''a''''l ''''''''''''''''''A''''''I'''''">
              <a:rPr lang="en-US" altLang="en-US" sz="1000" smtClean="0">
                <a:solidFill>
                  <a:srgbClr val="000000"/>
                </a:solidFill>
                <a:effectLst/>
              </a:rPr>
              <a:pPr/>
              <a:t>Mistral AI</a:t>
            </a:fld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136" name="Text Placeholder">
            <a:extLst>
              <a:ext uri="{FF2B5EF4-FFF2-40B4-BE49-F238E27FC236}">
                <a16:creationId xmlns:a16="http://schemas.microsoft.com/office/drawing/2014/main" id="{05CE95FB-5A5C-1782-8DF7-F077443E6C80}"/>
              </a:ext>
            </a:extLst>
          </p:cNvPr>
          <p:cNvSpPr>
            <a:spLocks/>
          </p:cNvSpPr>
          <p:nvPr>
            <p:custDataLst>
              <p:tags r:id="rId23"/>
            </p:custDataLst>
          </p:nvPr>
        </p:nvSpPr>
        <p:spPr bwMode="auto">
          <a:xfrm>
            <a:off x="3594100" y="1270000"/>
            <a:ext cx="161448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>
              <a:spcBef>
                <a:spcPct val="0"/>
              </a:spcBef>
              <a:spcAft>
                <a:spcPct val="0"/>
              </a:spcAft>
              <a:buNone/>
            </a:pPr>
            <a:fld id="{5E3AC222-4592-4331-A077-AD349B0C0864}" type="datetime'''''''Azure Doc''''ument In''t''''''''elli''ge''''''nc''''e'">
              <a:rPr lang="en-US" altLang="en-US" sz="1000" smtClean="0">
                <a:solidFill>
                  <a:srgbClr val="000000"/>
                </a:solidFill>
                <a:effectLst/>
              </a:rPr>
              <a:pPr/>
              <a:t>Azure Document Intelligence</a:t>
            </a:fld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231" name="Text Placeholder">
            <a:extLst>
              <a:ext uri="{FF2B5EF4-FFF2-40B4-BE49-F238E27FC236}">
                <a16:creationId xmlns:a16="http://schemas.microsoft.com/office/drawing/2014/main" id="{76CB7F33-3C92-CFE3-24F1-9FC9FD708C75}"/>
              </a:ext>
            </a:extLst>
          </p:cNvPr>
          <p:cNvSpPr>
            <a:spLocks/>
          </p:cNvSpPr>
          <p:nvPr>
            <p:custDataLst>
              <p:tags r:id="rId24"/>
            </p:custDataLst>
          </p:nvPr>
        </p:nvSpPr>
        <p:spPr bwMode="auto">
          <a:xfrm>
            <a:off x="4062413" y="5641975"/>
            <a:ext cx="657225" cy="53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171450" tIns="50800" rIns="0" bIns="180975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4583AB5E-096F-4CD5-A115-90115C192168}" type="datetime'M''''''ult''''''i''''''''-C''''''ol''u''''''''m''''''''''n'">
              <a:rPr lang="en-US" altLang="en-US" sz="1000" b="1" smtClean="0">
                <a:solidFill>
                  <a:srgbClr val="000000"/>
                </a:solidFill>
              </a:rPr>
              <a:pPr/>
              <a:t>Multi-Column</a:t>
            </a:fld>
            <a:endParaRPr lang="en-US" sz="1000" b="1" dirty="0">
              <a:solidFill>
                <a:srgbClr val="000000"/>
              </a:solidFill>
            </a:endParaRPr>
          </a:p>
        </p:txBody>
      </p:sp>
      <p:sp>
        <p:nvSpPr>
          <p:cNvPr id="234" name="Text Placeholder">
            <a:extLst>
              <a:ext uri="{FF2B5EF4-FFF2-40B4-BE49-F238E27FC236}">
                <a16:creationId xmlns:a16="http://schemas.microsoft.com/office/drawing/2014/main" id="{78636C66-BF41-47CC-F447-52A833AE6662}"/>
              </a:ext>
            </a:extLst>
          </p:cNvPr>
          <p:cNvSpPr>
            <a:spLocks/>
          </p:cNvSpPr>
          <p:nvPr>
            <p:custDataLst>
              <p:tags r:id="rId25"/>
            </p:custDataLst>
          </p:nvPr>
        </p:nvSpPr>
        <p:spPr bwMode="auto">
          <a:xfrm>
            <a:off x="3232150" y="5641975"/>
            <a:ext cx="830263" cy="536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1588" tIns="50800" rIns="0" bIns="180975" rtlCol="0">
            <a:noAutofit/>
          </a:bodyPr>
          <a:lstStyle>
            <a:lvl1pPr marL="180975" indent="-180975" algn="l" defTabSz="914354" rtl="0" eaLnBrk="1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61950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34988" indent="-173038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5963" indent="-180975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898525" indent="-182563" algn="l" defTabSz="914354" rtl="0" eaLnBrk="1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&gt;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3" indent="0" algn="ctr">
              <a:spcBef>
                <a:spcPct val="0"/>
              </a:spcBef>
              <a:spcAft>
                <a:spcPct val="0"/>
              </a:spcAft>
              <a:buNone/>
            </a:pPr>
            <a:fld id="{AF798EEC-7604-44A5-B5BE-3EA2F2DF175C}" type="datetime'''''R''''e''se''''''a''''r''c''''h ''P''''ape''r'''''''''''''">
              <a:rPr lang="en-US" altLang="en-US" sz="1000" b="1" smtClean="0">
                <a:solidFill>
                  <a:srgbClr val="000000"/>
                </a:solidFill>
              </a:rPr>
              <a:pPr/>
              <a:t>Research Paper</a:t>
            </a:fld>
            <a:endParaRPr lang="en-US" sz="1000" b="1" dirty="0">
              <a:solidFill>
                <a:srgbClr val="000000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8519860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btfpColumnIndicatorGroup2">
            <a:extLst>
              <a:ext uri="{FF2B5EF4-FFF2-40B4-BE49-F238E27FC236}">
                <a16:creationId xmlns:a16="http://schemas.microsoft.com/office/drawing/2014/main" id="{D7370B0F-9BD9-8CE5-1E1E-63DFD3780A6A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0" name="btfpColumnGapBlocker776461">
              <a:extLst>
                <a:ext uri="{FF2B5EF4-FFF2-40B4-BE49-F238E27FC236}">
                  <a16:creationId xmlns:a16="http://schemas.microsoft.com/office/drawing/2014/main" id="{374DA0A4-BA4B-1FDD-6BDE-C52504FC4598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8" name="btfpColumnGapBlocker507639">
              <a:extLst>
                <a:ext uri="{FF2B5EF4-FFF2-40B4-BE49-F238E27FC236}">
                  <a16:creationId xmlns:a16="http://schemas.microsoft.com/office/drawing/2014/main" id="{E65FBAFC-E5E3-564B-1DDC-18360B512791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6" name="btfpColumnIndicator260140">
              <a:extLst>
                <a:ext uri="{FF2B5EF4-FFF2-40B4-BE49-F238E27FC236}">
                  <a16:creationId xmlns:a16="http://schemas.microsoft.com/office/drawing/2014/main" id="{4B141794-3BAF-0420-8BD6-48376E9EB161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btfpColumnIndicator278873">
              <a:extLst>
                <a:ext uri="{FF2B5EF4-FFF2-40B4-BE49-F238E27FC236}">
                  <a16:creationId xmlns:a16="http://schemas.microsoft.com/office/drawing/2014/main" id="{9E45BF4E-1977-9177-A131-DF730483A66B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btfpColumnIndicatorGroup1">
            <a:extLst>
              <a:ext uri="{FF2B5EF4-FFF2-40B4-BE49-F238E27FC236}">
                <a16:creationId xmlns:a16="http://schemas.microsoft.com/office/drawing/2014/main" id="{6785212E-D76E-4F1A-DB7A-7940222821F3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9" name="btfpColumnGapBlocker445804">
              <a:extLst>
                <a:ext uri="{FF2B5EF4-FFF2-40B4-BE49-F238E27FC236}">
                  <a16:creationId xmlns:a16="http://schemas.microsoft.com/office/drawing/2014/main" id="{AC351AE1-909F-0FDC-AFB1-233B4B281C0B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7" name="btfpColumnGapBlocker900495">
              <a:extLst>
                <a:ext uri="{FF2B5EF4-FFF2-40B4-BE49-F238E27FC236}">
                  <a16:creationId xmlns:a16="http://schemas.microsoft.com/office/drawing/2014/main" id="{FB318891-752C-60C6-1E68-E806A5ED71A4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5" name="btfpColumnIndicator447202">
              <a:extLst>
                <a:ext uri="{FF2B5EF4-FFF2-40B4-BE49-F238E27FC236}">
                  <a16:creationId xmlns:a16="http://schemas.microsoft.com/office/drawing/2014/main" id="{AAB8E1AC-9F0D-42B0-3F61-312770F5E340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btfpColumnIndicator195974">
              <a:extLst>
                <a:ext uri="{FF2B5EF4-FFF2-40B4-BE49-F238E27FC236}">
                  <a16:creationId xmlns:a16="http://schemas.microsoft.com/office/drawing/2014/main" id="{43F01936-8A65-3AEC-769C-4DC5892454E8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C434E78-ADF3-C2A1-2389-9B6784214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13" name="btfpTable751453">
            <a:extLst>
              <a:ext uri="{FF2B5EF4-FFF2-40B4-BE49-F238E27FC236}">
                <a16:creationId xmlns:a16="http://schemas.microsoft.com/office/drawing/2014/main" id="{785CD4C5-7B85-901F-3957-E6677F7EDCE0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97290860"/>
              </p:ext>
            </p:extLst>
          </p:nvPr>
        </p:nvGraphicFramePr>
        <p:xfrm>
          <a:off x="330200" y="1270000"/>
          <a:ext cx="11528424" cy="5390546"/>
        </p:xfrm>
        <a:graphic>
          <a:graphicData uri="http://schemas.openxmlformats.org/drawingml/2006/table">
            <a:tbl>
              <a:tblPr firstRow="1" firstCol="1">
                <a:tableStyleId>{9D7B26C5-4107-4FEC-AEDC-1716B250A1EF}</a:tableStyleId>
              </a:tblPr>
              <a:tblGrid>
                <a:gridCol w="2574925">
                  <a:extLst>
                    <a:ext uri="{9D8B030D-6E8A-4147-A177-3AD203B41FA5}">
                      <a16:colId xmlns:a16="http://schemas.microsoft.com/office/drawing/2014/main" val="1596688755"/>
                    </a:ext>
                  </a:extLst>
                </a:gridCol>
                <a:gridCol w="1477519">
                  <a:extLst>
                    <a:ext uri="{9D8B030D-6E8A-4147-A177-3AD203B41FA5}">
                      <a16:colId xmlns:a16="http://schemas.microsoft.com/office/drawing/2014/main" val="1238633454"/>
                    </a:ext>
                  </a:extLst>
                </a:gridCol>
                <a:gridCol w="1511469">
                  <a:extLst>
                    <a:ext uri="{9D8B030D-6E8A-4147-A177-3AD203B41FA5}">
                      <a16:colId xmlns:a16="http://schemas.microsoft.com/office/drawing/2014/main" val="3569219783"/>
                    </a:ext>
                  </a:extLst>
                </a:gridCol>
                <a:gridCol w="1971482">
                  <a:extLst>
                    <a:ext uri="{9D8B030D-6E8A-4147-A177-3AD203B41FA5}">
                      <a16:colId xmlns:a16="http://schemas.microsoft.com/office/drawing/2014/main" val="1524706278"/>
                    </a:ext>
                  </a:extLst>
                </a:gridCol>
                <a:gridCol w="1314321">
                  <a:extLst>
                    <a:ext uri="{9D8B030D-6E8A-4147-A177-3AD203B41FA5}">
                      <a16:colId xmlns:a16="http://schemas.microsoft.com/office/drawing/2014/main" val="3420041100"/>
                    </a:ext>
                  </a:extLst>
                </a:gridCol>
                <a:gridCol w="1473917">
                  <a:extLst>
                    <a:ext uri="{9D8B030D-6E8A-4147-A177-3AD203B41FA5}">
                      <a16:colId xmlns:a16="http://schemas.microsoft.com/office/drawing/2014/main" val="3906375168"/>
                    </a:ext>
                  </a:extLst>
                </a:gridCol>
                <a:gridCol w="1204791">
                  <a:extLst>
                    <a:ext uri="{9D8B030D-6E8A-4147-A177-3AD203B41FA5}">
                      <a16:colId xmlns:a16="http://schemas.microsoft.com/office/drawing/2014/main" val="3711903616"/>
                    </a:ext>
                  </a:extLst>
                </a:gridCol>
              </a:tblGrid>
              <a:tr h="261707">
                <a:tc>
                  <a:txBody>
                    <a:bodyPr/>
                    <a:lstStyle/>
                    <a:p>
                      <a:pPr marL="0" indent="0" algn="ctr" rtl="0">
                        <a:spcBef>
                          <a:spcPct val="0"/>
                        </a:spcBef>
                        <a:buFontTx/>
                        <a:buNone/>
                      </a:pPr>
                      <a:endParaRPr lang="en-US" sz="12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indent="0" algn="ctr" rtl="0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sz="1200" dirty="0">
                          <a:latin typeface="+mn-lt"/>
                          <a:ea typeface="+mn-ea"/>
                          <a:cs typeface="+mn-cs"/>
                        </a:rPr>
                        <a:t>Python Libraries</a:t>
                      </a:r>
                    </a:p>
                  </a:txBody>
                  <a:tcPr anchor="b"/>
                </a:tc>
                <a:tc hMerge="1">
                  <a:txBody>
                    <a:bodyPr/>
                    <a:lstStyle/>
                    <a:p>
                      <a:pPr marL="0" indent="0" rtl="0">
                        <a:spcBef>
                          <a:spcPct val="0"/>
                        </a:spcBef>
                        <a:buFontTx/>
                        <a:buNone/>
                      </a:pPr>
                      <a:endParaRPr lang="en-US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indent="0" algn="ctr" rtl="0">
                        <a:spcBef>
                          <a:spcPct val="0"/>
                        </a:spcBef>
                        <a:buFontTx/>
                        <a:buNone/>
                      </a:pPr>
                      <a:endParaRPr lang="en-US" sz="12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indent="0" algn="ctr" rtl="0">
                        <a:spcBef>
                          <a:spcPct val="0"/>
                        </a:spcBef>
                        <a:buFontTx/>
                        <a:buNone/>
                      </a:pPr>
                      <a:endParaRPr lang="en-US" sz="1200"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indent="0" algn="ctr" rtl="0">
                        <a:spcBef>
                          <a:spcPct val="0"/>
                        </a:spcBef>
                        <a:buFontTx/>
                        <a:buNone/>
                      </a:pPr>
                      <a:endParaRPr lang="en-US" sz="1200"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/>
                </a:tc>
                <a:tc>
                  <a:txBody>
                    <a:bodyPr/>
                    <a:lstStyle/>
                    <a:p>
                      <a:pPr marL="0" indent="0" algn="ctr" rtl="0">
                        <a:spcBef>
                          <a:spcPct val="0"/>
                        </a:spcBef>
                        <a:buFontTx/>
                        <a:buNone/>
                      </a:pPr>
                      <a:endParaRPr lang="en-US" sz="1200"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/>
                </a:tc>
                <a:extLst>
                  <a:ext uri="{0D108BD9-81ED-4DB2-BD59-A6C34878D82A}">
                    <a16:rowId xmlns:a16="http://schemas.microsoft.com/office/drawing/2014/main" val="2941975790"/>
                  </a:ext>
                </a:extLst>
              </a:tr>
              <a:tr h="436178">
                <a:tc>
                  <a:txBody>
                    <a:bodyPr/>
                    <a:lstStyle/>
                    <a:p>
                      <a:pPr marL="0" indent="0" algn="ctr" rtl="0">
                        <a:spcBef>
                          <a:spcPct val="0"/>
                        </a:spcBef>
                        <a:buFontTx/>
                        <a:buNone/>
                      </a:pPr>
                      <a:endParaRPr lang="en-US" sz="1200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T w="19050" cmpd="sng">
                      <a:noFill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0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sz="1200" b="1" dirty="0" err="1">
                          <a:latin typeface="+mn-lt"/>
                          <a:ea typeface="+mn-ea"/>
                          <a:cs typeface="+mn-cs"/>
                        </a:rPr>
                        <a:t>PyMuPDF</a:t>
                      </a:r>
                      <a:endParaRPr lang="en-US" sz="1200" b="1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0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sz="1200" b="1" dirty="0" err="1">
                          <a:latin typeface="+mn-lt"/>
                          <a:ea typeface="+mn-ea"/>
                          <a:cs typeface="+mn-cs"/>
                        </a:rPr>
                        <a:t>PDFMiner</a:t>
                      </a:r>
                      <a:endParaRPr lang="en-US" sz="1200" b="1" dirty="0"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0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sz="1200" b="1" dirty="0">
                          <a:latin typeface="+mn-lt"/>
                          <a:ea typeface="+mn-ea"/>
                          <a:cs typeface="+mn-cs"/>
                        </a:rPr>
                        <a:t>Azure Document Intelligence</a:t>
                      </a:r>
                    </a:p>
                  </a:txBody>
                  <a:tcPr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0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sz="1200" b="1" dirty="0">
                          <a:latin typeface="+mn-lt"/>
                          <a:ea typeface="+mn-ea"/>
                          <a:cs typeface="+mn-cs"/>
                        </a:rPr>
                        <a:t>Mistral AI</a:t>
                      </a:r>
                    </a:p>
                  </a:txBody>
                  <a:tcPr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0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sz="1200" b="1" dirty="0">
                          <a:latin typeface="+mn-lt"/>
                          <a:ea typeface="+mn-ea"/>
                          <a:cs typeface="+mn-cs"/>
                        </a:rPr>
                        <a:t>Vision Model</a:t>
                      </a:r>
                    </a:p>
                  </a:txBody>
                  <a:tcPr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rtl="0">
                        <a:spcBef>
                          <a:spcPct val="0"/>
                        </a:spcBef>
                        <a:buFontTx/>
                        <a:buNone/>
                      </a:pPr>
                      <a:r>
                        <a:rPr lang="en-US" sz="1200" b="1" dirty="0">
                          <a:latin typeface="+mn-lt"/>
                          <a:ea typeface="+mn-ea"/>
                          <a:cs typeface="+mn-cs"/>
                        </a:rPr>
                        <a:t>Our Approach</a:t>
                      </a:r>
                    </a:p>
                  </a:txBody>
                  <a:tcPr anchor="b"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3385035"/>
                  </a:ext>
                </a:extLst>
              </a:tr>
              <a:tr h="319864"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Scanned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ctr" latinLnBrk="0" hangingPunct="1">
                        <a:spcBef>
                          <a:spcPts val="1200"/>
                        </a:spcBef>
                        <a:buSzPct val="180000"/>
                        <a:buFont typeface="Arial" panose="020B0604020202020204" pitchFamily="34" charset="0"/>
                        <a:buBlip>
                          <a:blip r:embed="rId4"/>
                        </a:buBlip>
                      </a:pPr>
                      <a:r>
                        <a:rPr lang="en-US" sz="1600" baseline="0" dirty="0"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ctr" latinLnBrk="0" hangingPunct="1">
                        <a:spcBef>
                          <a:spcPts val="1200"/>
                        </a:spcBef>
                        <a:buSzPct val="180000"/>
                        <a:buFont typeface="Arial" panose="020B0604020202020204" pitchFamily="34" charset="0"/>
                        <a:buBlip>
                          <a:blip r:embed="rId4"/>
                        </a:buBlip>
                      </a:pPr>
                      <a:r>
                        <a:rPr lang="en-US" sz="1600" baseline="0" dirty="0"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ctr" latinLnBrk="0" hangingPunct="1">
                        <a:spcBef>
                          <a:spcPts val="1200"/>
                        </a:spcBef>
                        <a:buSzPct val="180000"/>
                        <a:buFont typeface="Arial" panose="020B0604020202020204" pitchFamily="34" charset="0"/>
                        <a:buBlip>
                          <a:blip r:embed="rId5"/>
                        </a:buBlip>
                      </a:pPr>
                      <a:r>
                        <a:rPr lang="en-US" sz="1600" baseline="0" dirty="0"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ctr" latinLnBrk="0" hangingPunct="1">
                        <a:spcBef>
                          <a:spcPts val="1200"/>
                        </a:spcBef>
                        <a:buSzPct val="180000"/>
                        <a:buFont typeface="Arial" panose="020B0604020202020204" pitchFamily="34" charset="0"/>
                        <a:buBlip>
                          <a:blip r:embed="rId5"/>
                        </a:buBlip>
                      </a:pPr>
                      <a:r>
                        <a:rPr lang="en-US" sz="1600" baseline="0" dirty="0"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ctr" latinLnBrk="0" hangingPunct="1">
                        <a:spcBef>
                          <a:spcPts val="1200"/>
                        </a:spcBef>
                        <a:buSzPct val="180000"/>
                        <a:buFont typeface="Arial" panose="020B0604020202020204" pitchFamily="34" charset="0"/>
                        <a:buBlip>
                          <a:blip r:embed="rId5"/>
                        </a:buBlip>
                      </a:pPr>
                      <a:r>
                        <a:rPr lang="en-US" sz="1600" baseline="0" dirty="0"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ctr" latinLnBrk="0" hangingPunct="1">
                        <a:spcBef>
                          <a:spcPts val="1200"/>
                        </a:spcBef>
                        <a:buSzPct val="180000"/>
                        <a:buFont typeface="Arial" panose="020B0604020202020204" pitchFamily="34" charset="0"/>
                        <a:buBlip>
                          <a:blip r:embed="rId5"/>
                        </a:buBlip>
                      </a:pPr>
                      <a:r>
                        <a:rPr lang="en-US" sz="1600" baseline="0" dirty="0"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228048603"/>
                  </a:ext>
                </a:extLst>
              </a:tr>
              <a:tr h="581571"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Research Paper</a:t>
                      </a:r>
                    </a:p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(2-Column)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ctr" latinLnBrk="0" hangingPunct="1">
                        <a:spcBef>
                          <a:spcPts val="1200"/>
                        </a:spcBef>
                        <a:buSzPct val="180000"/>
                        <a:buFont typeface="Arial" panose="020B0604020202020204" pitchFamily="34" charset="0"/>
                        <a:buBlip>
                          <a:blip r:embed="rId4"/>
                        </a:buBlip>
                      </a:pPr>
                      <a:r>
                        <a:rPr lang="en-US" sz="1600" baseline="0" dirty="0"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ctr" latinLnBrk="0" hangingPunct="1">
                        <a:spcBef>
                          <a:spcPts val="1200"/>
                        </a:spcBef>
                        <a:buSzPct val="180000"/>
                        <a:buFont typeface="Arial" panose="020B0604020202020204" pitchFamily="34" charset="0"/>
                        <a:buBlip>
                          <a:blip r:embed="rId4"/>
                        </a:buBlip>
                      </a:pPr>
                      <a:r>
                        <a:rPr lang="en-US" sz="1600" baseline="0" dirty="0"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ctr" latinLnBrk="0" hangingPunct="1">
                        <a:spcBef>
                          <a:spcPts val="1200"/>
                        </a:spcBef>
                        <a:buSzPct val="180000"/>
                        <a:buFont typeface="Arial" panose="020B0604020202020204" pitchFamily="34" charset="0"/>
                        <a:buBlip>
                          <a:blip r:embed="rId4"/>
                        </a:buBlip>
                      </a:pPr>
                      <a:r>
                        <a:rPr lang="en-US" sz="1600" baseline="0" dirty="0"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ctr" latinLnBrk="0" hangingPunct="1">
                        <a:spcBef>
                          <a:spcPts val="1200"/>
                        </a:spcBef>
                        <a:buSzPct val="180000"/>
                        <a:buFont typeface="Arial" panose="020B0604020202020204" pitchFamily="34" charset="0"/>
                        <a:buBlip>
                          <a:blip r:embed="rId5"/>
                        </a:buBlip>
                      </a:pPr>
                      <a:r>
                        <a:rPr lang="en-US" sz="1600" baseline="0" dirty="0"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ctr" latinLnBrk="0" hangingPunct="1">
                        <a:spcBef>
                          <a:spcPts val="1200"/>
                        </a:spcBef>
                        <a:buSzPct val="180000"/>
                        <a:buFont typeface="Arial" panose="020B0604020202020204" pitchFamily="34" charset="0"/>
                        <a:buBlip>
                          <a:blip r:embed="rId5"/>
                        </a:buBlip>
                      </a:pPr>
                      <a:r>
                        <a:rPr lang="en-US" sz="1600" baseline="0" dirty="0"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ctr" latinLnBrk="0" hangingPunct="1">
                        <a:spcBef>
                          <a:spcPts val="1200"/>
                        </a:spcBef>
                        <a:buSzPct val="180000"/>
                        <a:buFont typeface="Arial" panose="020B0604020202020204" pitchFamily="34" charset="0"/>
                        <a:buBlip>
                          <a:blip r:embed="rId5"/>
                        </a:buBlip>
                      </a:pPr>
                      <a:r>
                        <a:rPr lang="en-US" sz="1600" baseline="0" dirty="0"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1480996"/>
                  </a:ext>
                </a:extLst>
              </a:tr>
              <a:tr h="436178"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Form</a:t>
                      </a:r>
                      <a:b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(Structured Input Fields)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ctr" latinLnBrk="0" hangingPunct="1">
                        <a:spcBef>
                          <a:spcPts val="1200"/>
                        </a:spcBef>
                        <a:buSzPct val="180000"/>
                        <a:buFont typeface="Arial" panose="020B0604020202020204" pitchFamily="34" charset="0"/>
                        <a:buBlip>
                          <a:blip r:embed="rId4"/>
                        </a:buBlip>
                      </a:pPr>
                      <a:r>
                        <a:rPr lang="en-US" sz="1600" baseline="0" dirty="0"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ctr" latinLnBrk="0" hangingPunct="1">
                        <a:spcBef>
                          <a:spcPts val="1200"/>
                        </a:spcBef>
                        <a:buSzPct val="180000"/>
                        <a:buFont typeface="Arial" panose="020B0604020202020204" pitchFamily="34" charset="0"/>
                        <a:buBlip>
                          <a:blip r:embed="rId4"/>
                        </a:buBlip>
                      </a:pPr>
                      <a:r>
                        <a:rPr lang="en-US" sz="1600" baseline="0" dirty="0"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ctr" latinLnBrk="0" hangingPunct="1">
                        <a:spcBef>
                          <a:spcPts val="1200"/>
                        </a:spcBef>
                        <a:buSzPct val="180000"/>
                        <a:buFont typeface="Arial" panose="020B0604020202020204" pitchFamily="34" charset="0"/>
                        <a:buBlip>
                          <a:blip r:embed="rId5"/>
                        </a:buBlip>
                      </a:pPr>
                      <a:r>
                        <a:rPr lang="en-US" sz="1600" baseline="0" dirty="0"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ctr" latinLnBrk="0" hangingPunct="1">
                        <a:spcBef>
                          <a:spcPts val="1200"/>
                        </a:spcBef>
                        <a:buSzPct val="180000"/>
                        <a:buFont typeface="Arial" panose="020B0604020202020204" pitchFamily="34" charset="0"/>
                        <a:buBlip>
                          <a:blip r:embed="rId5"/>
                        </a:buBlip>
                      </a:pPr>
                      <a:r>
                        <a:rPr lang="en-US" sz="1600" baseline="0" dirty="0"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ctr" latinLnBrk="0" hangingPunct="1">
                        <a:spcBef>
                          <a:spcPts val="1200"/>
                        </a:spcBef>
                        <a:buSzPct val="180000"/>
                        <a:buFont typeface="Arial" panose="020B0604020202020204" pitchFamily="34" charset="0"/>
                        <a:buBlip>
                          <a:blip r:embed="rId5"/>
                        </a:buBlip>
                      </a:pPr>
                      <a:r>
                        <a:rPr lang="en-US" sz="1600" baseline="0" dirty="0"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ctr" latinLnBrk="0" hangingPunct="1">
                        <a:spcBef>
                          <a:spcPts val="1200"/>
                        </a:spcBef>
                        <a:buSzPct val="180000"/>
                        <a:buFont typeface="Arial" panose="020B0604020202020204" pitchFamily="34" charset="0"/>
                        <a:buBlip>
                          <a:blip r:embed="rId5"/>
                        </a:buBlip>
                      </a:pPr>
                      <a:r>
                        <a:rPr lang="en-US" sz="1600" baseline="0" dirty="0"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71727147"/>
                  </a:ext>
                </a:extLst>
              </a:tr>
              <a:tr h="436178"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PPT</a:t>
                      </a:r>
                      <a:b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(Bain Style Slides)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ctr" latinLnBrk="0" hangingPunct="1">
                        <a:spcBef>
                          <a:spcPts val="1200"/>
                        </a:spcBef>
                        <a:buSzPct val="180000"/>
                        <a:buFont typeface="Arial" panose="020B0604020202020204" pitchFamily="34" charset="0"/>
                        <a:buBlip>
                          <a:blip r:embed="rId4"/>
                        </a:buBlip>
                      </a:pPr>
                      <a:r>
                        <a:rPr lang="en-US" sz="1600" baseline="0" dirty="0"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ctr" latinLnBrk="0" hangingPunct="1">
                        <a:spcBef>
                          <a:spcPts val="1200"/>
                        </a:spcBef>
                        <a:buSzPct val="180000"/>
                        <a:buFont typeface="Arial" panose="020B0604020202020204" pitchFamily="34" charset="0"/>
                        <a:buBlip>
                          <a:blip r:embed="rId4"/>
                        </a:buBlip>
                      </a:pPr>
                      <a:r>
                        <a:rPr lang="en-US" sz="1600" baseline="0" dirty="0"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ctr" latinLnBrk="0" hangingPunct="1">
                        <a:spcBef>
                          <a:spcPts val="1200"/>
                        </a:spcBef>
                        <a:buSzPct val="180000"/>
                        <a:buFont typeface="Arial" panose="020B0604020202020204" pitchFamily="34" charset="0"/>
                        <a:buBlip>
                          <a:blip r:embed="rId4"/>
                        </a:buBlip>
                      </a:pPr>
                      <a:r>
                        <a:rPr lang="en-US" sz="1600" baseline="0" dirty="0"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ctr" latinLnBrk="0" hangingPunct="1">
                        <a:spcBef>
                          <a:spcPts val="1200"/>
                        </a:spcBef>
                        <a:buSzPct val="180000"/>
                        <a:buFont typeface="Arial" panose="020B0604020202020204" pitchFamily="34" charset="0"/>
                        <a:buBlip>
                          <a:blip r:embed="rId5"/>
                        </a:buBlip>
                      </a:pPr>
                      <a:r>
                        <a:rPr lang="en-US" sz="1600" baseline="0" dirty="0"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ctr" latinLnBrk="0" hangingPunct="1">
                        <a:spcBef>
                          <a:spcPts val="1200"/>
                        </a:spcBef>
                        <a:buSzPct val="180000"/>
                        <a:buFont typeface="Arial" panose="020B0604020202020204" pitchFamily="34" charset="0"/>
                        <a:buBlip>
                          <a:blip r:embed="rId5"/>
                        </a:buBlip>
                      </a:pPr>
                      <a:r>
                        <a:rPr lang="en-US" sz="1600" baseline="0" dirty="0"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ctr" latinLnBrk="0" hangingPunct="1">
                        <a:spcBef>
                          <a:spcPts val="1200"/>
                        </a:spcBef>
                        <a:buSzPct val="180000"/>
                        <a:buFont typeface="Arial" panose="020B0604020202020204" pitchFamily="34" charset="0"/>
                        <a:buBlip>
                          <a:blip r:embed="rId5"/>
                        </a:buBlip>
                      </a:pPr>
                      <a:r>
                        <a:rPr lang="en-US" sz="1600" baseline="0" dirty="0"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T w="12700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789852670"/>
                  </a:ext>
                </a:extLst>
              </a:tr>
              <a:tr h="319864"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Multi-Column PDFs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711200" rtl="0" eaLnBrk="1" fontAlgn="ctr" latinLnBrk="0" hangingPunct="1">
                        <a:spcBef>
                          <a:spcPts val="1200"/>
                        </a:spcBef>
                        <a:buSzPct val="180000"/>
                        <a:buFont typeface="Arial" panose="020B0604020202020204" pitchFamily="34" charset="0"/>
                        <a:buBlip>
                          <a:blip r:embed="rId4"/>
                        </a:buBlip>
                      </a:pPr>
                      <a:r>
                        <a:rPr lang="en-US" sz="1600" baseline="0" dirty="0"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711200" rtl="0" eaLnBrk="1" fontAlgn="ctr" latinLnBrk="0" hangingPunct="1">
                        <a:spcBef>
                          <a:spcPts val="1200"/>
                        </a:spcBef>
                        <a:buSzPct val="180000"/>
                        <a:buFont typeface="Arial" panose="020B0604020202020204" pitchFamily="34" charset="0"/>
                        <a:buBlip>
                          <a:blip r:embed="rId4"/>
                        </a:buBlip>
                      </a:pPr>
                      <a:r>
                        <a:rPr lang="en-US" sz="1600" baseline="0" dirty="0"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711200" rtl="0" eaLnBrk="1" fontAlgn="ctr" latinLnBrk="0" hangingPunct="1">
                        <a:spcBef>
                          <a:spcPts val="1200"/>
                        </a:spcBef>
                        <a:buSzPct val="180000"/>
                        <a:buFont typeface="Arial" panose="020B0604020202020204" pitchFamily="34" charset="0"/>
                        <a:buBlip>
                          <a:blip r:embed="rId4"/>
                        </a:buBlip>
                      </a:pPr>
                      <a:r>
                        <a:rPr lang="en-US" sz="1600" baseline="0" dirty="0"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711200" rtl="0" eaLnBrk="1" fontAlgn="ctr" latinLnBrk="0" hangingPunct="1">
                        <a:spcBef>
                          <a:spcPts val="1200"/>
                        </a:spcBef>
                        <a:buSzPct val="180000"/>
                        <a:buFont typeface="Arial" panose="020B0604020202020204" pitchFamily="34" charset="0"/>
                        <a:buBlip>
                          <a:blip r:embed="rId4"/>
                        </a:buBlip>
                      </a:pPr>
                      <a:r>
                        <a:rPr lang="en-US" sz="1600" baseline="0" dirty="0"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711200" rtl="0" eaLnBrk="1" fontAlgn="ctr" latinLnBrk="0" hangingPunct="1">
                        <a:spcBef>
                          <a:spcPts val="1200"/>
                        </a:spcBef>
                        <a:buSzPct val="180000"/>
                        <a:buFont typeface="Arial" panose="020B0604020202020204" pitchFamily="34" charset="0"/>
                        <a:buBlip>
                          <a:blip r:embed="rId5"/>
                        </a:buBlip>
                      </a:pPr>
                      <a:r>
                        <a:rPr lang="en-US" sz="1600" baseline="0" dirty="0"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 defTabSz="711200" rtl="0" eaLnBrk="1" fontAlgn="ctr" latinLnBrk="0" hangingPunct="1">
                        <a:spcBef>
                          <a:spcPts val="1200"/>
                        </a:spcBef>
                        <a:buSzPct val="180000"/>
                        <a:buFont typeface="Arial" panose="020B0604020202020204" pitchFamily="34" charset="0"/>
                        <a:buBlip>
                          <a:blip r:embed="rId5"/>
                        </a:buBlip>
                      </a:pPr>
                      <a:r>
                        <a:rPr lang="en-US" sz="1600" baseline="0" dirty="0"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6319696"/>
                  </a:ext>
                </a:extLst>
              </a:tr>
              <a:tr h="436178"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Financial Statements</a:t>
                      </a:r>
                      <a:b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(Numeric Tabular Data)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ctr" latinLnBrk="0" hangingPunct="1">
                        <a:spcBef>
                          <a:spcPts val="1200"/>
                        </a:spcBef>
                        <a:buSzPct val="180000"/>
                        <a:buFont typeface="Arial" panose="020B0604020202020204" pitchFamily="34" charset="0"/>
                        <a:buBlip>
                          <a:blip r:embed="rId4"/>
                        </a:buBlip>
                      </a:pPr>
                      <a:r>
                        <a:rPr lang="en-US" sz="1600" baseline="0" dirty="0"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ctr" latinLnBrk="0" hangingPunct="1">
                        <a:spcBef>
                          <a:spcPts val="1200"/>
                        </a:spcBef>
                        <a:buSzPct val="180000"/>
                        <a:buFont typeface="Arial" panose="020B0604020202020204" pitchFamily="34" charset="0"/>
                        <a:buBlip>
                          <a:blip r:embed="rId4"/>
                        </a:buBlip>
                      </a:pPr>
                      <a:r>
                        <a:rPr lang="en-US" sz="1600" baseline="0" dirty="0"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ctr" latinLnBrk="0" hangingPunct="1">
                        <a:spcBef>
                          <a:spcPts val="1200"/>
                        </a:spcBef>
                        <a:buSzPct val="180000"/>
                        <a:buFont typeface="Arial" panose="020B0604020202020204" pitchFamily="34" charset="0"/>
                        <a:buBlip>
                          <a:blip r:embed="rId4"/>
                        </a:buBlip>
                      </a:pPr>
                      <a:r>
                        <a:rPr lang="en-US" sz="1600" baseline="0" dirty="0"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ctr" latinLnBrk="0" hangingPunct="1">
                        <a:spcBef>
                          <a:spcPts val="1200"/>
                        </a:spcBef>
                        <a:buSzPct val="180000"/>
                        <a:buFont typeface="Arial" panose="020B0604020202020204" pitchFamily="34" charset="0"/>
                        <a:buBlip>
                          <a:blip r:embed="rId5"/>
                        </a:buBlip>
                      </a:pPr>
                      <a:r>
                        <a:rPr lang="en-US" sz="1600" baseline="0" dirty="0"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ctr" latinLnBrk="0" hangingPunct="1">
                        <a:spcBef>
                          <a:spcPts val="1200"/>
                        </a:spcBef>
                        <a:buSzPct val="180000"/>
                        <a:buFont typeface="Arial" panose="020B0604020202020204" pitchFamily="34" charset="0"/>
                        <a:buBlip>
                          <a:blip r:embed="rId5"/>
                        </a:buBlip>
                      </a:pPr>
                      <a:r>
                        <a:rPr lang="en-US" sz="1600" baseline="0" dirty="0"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ctr" latinLnBrk="0" hangingPunct="1">
                        <a:spcBef>
                          <a:spcPts val="1200"/>
                        </a:spcBef>
                        <a:buSzPct val="180000"/>
                        <a:buFont typeface="Arial" panose="020B0604020202020204" pitchFamily="34" charset="0"/>
                        <a:buBlip>
                          <a:blip r:embed="rId5"/>
                        </a:buBlip>
                      </a:pPr>
                      <a:r>
                        <a:rPr lang="en-US" sz="1600" baseline="0" dirty="0"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6242663"/>
                  </a:ext>
                </a:extLst>
              </a:tr>
              <a:tr h="581571"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Invoice</a:t>
                      </a:r>
                    </a:p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(Transaction Bills)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ctr" latinLnBrk="0" hangingPunct="1">
                        <a:spcBef>
                          <a:spcPts val="1200"/>
                        </a:spcBef>
                        <a:buSzPct val="180000"/>
                        <a:buFont typeface="Arial" panose="020B0604020202020204" pitchFamily="34" charset="0"/>
                        <a:buBlip>
                          <a:blip r:embed="rId4"/>
                        </a:buBlip>
                      </a:pPr>
                      <a:r>
                        <a:rPr lang="en-US" sz="1600" baseline="0" dirty="0"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ctr" latinLnBrk="0" hangingPunct="1">
                        <a:spcBef>
                          <a:spcPts val="1200"/>
                        </a:spcBef>
                        <a:buSzPct val="180000"/>
                        <a:buFont typeface="Arial" panose="020B0604020202020204" pitchFamily="34" charset="0"/>
                        <a:buBlip>
                          <a:blip r:embed="rId4"/>
                        </a:buBlip>
                      </a:pPr>
                      <a:r>
                        <a:rPr lang="en-US" sz="1600" baseline="0" dirty="0"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ctr" latinLnBrk="0" hangingPunct="1">
                        <a:spcBef>
                          <a:spcPts val="1200"/>
                        </a:spcBef>
                        <a:buSzPct val="180000"/>
                        <a:buFont typeface="Arial" panose="020B0604020202020204" pitchFamily="34" charset="0"/>
                        <a:buBlip>
                          <a:blip r:embed="rId5"/>
                        </a:buBlip>
                      </a:pPr>
                      <a:r>
                        <a:rPr lang="en-US" sz="1600" baseline="0" dirty="0"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ctr" latinLnBrk="0" hangingPunct="1">
                        <a:spcBef>
                          <a:spcPts val="1200"/>
                        </a:spcBef>
                        <a:buSzPct val="180000"/>
                        <a:buFont typeface="Arial" panose="020B0604020202020204" pitchFamily="34" charset="0"/>
                        <a:buBlip>
                          <a:blip r:embed="rId5"/>
                        </a:buBlip>
                      </a:pPr>
                      <a:r>
                        <a:rPr lang="en-US" sz="1600" baseline="0" dirty="0"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ctr" latinLnBrk="0" hangingPunct="1">
                        <a:spcBef>
                          <a:spcPts val="1200"/>
                        </a:spcBef>
                        <a:buSzPct val="180000"/>
                        <a:buFont typeface="Arial" panose="020B0604020202020204" pitchFamily="34" charset="0"/>
                        <a:buBlip>
                          <a:blip r:embed="rId5"/>
                        </a:buBlip>
                      </a:pPr>
                      <a:r>
                        <a:rPr lang="en-US" sz="1600" baseline="0" dirty="0"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ctr" latinLnBrk="0" hangingPunct="1">
                        <a:spcBef>
                          <a:spcPts val="1200"/>
                        </a:spcBef>
                        <a:buSzPct val="180000"/>
                        <a:buFont typeface="Arial" panose="020B0604020202020204" pitchFamily="34" charset="0"/>
                        <a:buBlip>
                          <a:blip r:embed="rId5"/>
                        </a:buBlip>
                      </a:pPr>
                      <a:r>
                        <a:rPr lang="en-US" sz="1600" baseline="0" dirty="0">
                          <a:solidFill>
                            <a:srgbClr val="D6D6D6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802855"/>
                  </a:ext>
                </a:extLst>
              </a:tr>
              <a:tr h="394033"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Earnings Call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ctr" latinLnBrk="0" hangingPunct="1">
                        <a:spcBef>
                          <a:spcPts val="1200"/>
                        </a:spcBef>
                        <a:buSzPct val="180000"/>
                        <a:buFont typeface="Arial" panose="020B0604020202020204" pitchFamily="34" charset="0"/>
                        <a:buBlip>
                          <a:blip r:embed="rId5"/>
                        </a:buBlip>
                      </a:pPr>
                      <a:r>
                        <a:rPr lang="en-US" sz="1600" baseline="0" dirty="0"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ctr" latinLnBrk="0" hangingPunct="1">
                        <a:spcBef>
                          <a:spcPts val="1200"/>
                        </a:spcBef>
                        <a:buSzPct val="180000"/>
                        <a:buFont typeface="Arial" panose="020B0604020202020204" pitchFamily="34" charset="0"/>
                        <a:buBlip>
                          <a:blip r:embed="rId5"/>
                        </a:buBlip>
                      </a:pPr>
                      <a:r>
                        <a:rPr lang="en-US" sz="1600" baseline="0" dirty="0"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ctr" latinLnBrk="0" hangingPunct="1">
                        <a:spcBef>
                          <a:spcPts val="1200"/>
                        </a:spcBef>
                        <a:buSzPct val="180000"/>
                        <a:buFont typeface="Arial" panose="020B0604020202020204" pitchFamily="34" charset="0"/>
                        <a:buBlip>
                          <a:blip r:embed="rId5"/>
                        </a:buBlip>
                      </a:pPr>
                      <a:r>
                        <a:rPr lang="en-US" sz="1600" baseline="0" dirty="0"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ctr" latinLnBrk="0" hangingPunct="1">
                        <a:spcBef>
                          <a:spcPts val="1200"/>
                        </a:spcBef>
                        <a:buSzPct val="180000"/>
                        <a:buFont typeface="Arial" panose="020B0604020202020204" pitchFamily="34" charset="0"/>
                        <a:buBlip>
                          <a:blip r:embed="rId5"/>
                        </a:buBlip>
                      </a:pPr>
                      <a:r>
                        <a:rPr lang="en-US" sz="1600" baseline="0" dirty="0"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ctr" latinLnBrk="0" hangingPunct="1">
                        <a:spcBef>
                          <a:spcPts val="1200"/>
                        </a:spcBef>
                        <a:buSzPct val="180000"/>
                        <a:buFont typeface="Arial" panose="020B0604020202020204" pitchFamily="34" charset="0"/>
                        <a:buBlip>
                          <a:blip r:embed="rId5"/>
                        </a:buBlip>
                      </a:pPr>
                      <a:r>
                        <a:rPr lang="en-US" sz="1600" baseline="0" dirty="0"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ctr" latinLnBrk="0" hangingPunct="1">
                        <a:spcBef>
                          <a:spcPts val="1200"/>
                        </a:spcBef>
                        <a:buSzPct val="180000"/>
                        <a:buFont typeface="Arial" panose="020B0604020202020204" pitchFamily="34" charset="0"/>
                        <a:buBlip>
                          <a:blip r:embed="rId5"/>
                        </a:buBlip>
                      </a:pPr>
                      <a:r>
                        <a:rPr lang="en-US" sz="1600" baseline="0" dirty="0">
                          <a:solidFill>
                            <a:srgbClr val="D6D6D6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4098994"/>
                  </a:ext>
                </a:extLst>
              </a:tr>
              <a:tr h="581571"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Research Paper</a:t>
                      </a:r>
                    </a:p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(Equations Heavy)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ctr" latinLnBrk="0" hangingPunct="1">
                        <a:spcBef>
                          <a:spcPts val="1200"/>
                        </a:spcBef>
                        <a:buSzPct val="180000"/>
                        <a:buFont typeface="Arial" panose="020B0604020202020204" pitchFamily="34" charset="0"/>
                        <a:buBlip>
                          <a:blip r:embed="rId4"/>
                        </a:buBlip>
                      </a:pPr>
                      <a:r>
                        <a:rPr lang="en-US" sz="1600" baseline="0" dirty="0"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ctr" latinLnBrk="0" hangingPunct="1">
                        <a:spcBef>
                          <a:spcPts val="1200"/>
                        </a:spcBef>
                        <a:buSzPct val="180000"/>
                        <a:buFont typeface="Arial" panose="020B0604020202020204" pitchFamily="34" charset="0"/>
                        <a:buBlip>
                          <a:blip r:embed="rId4"/>
                        </a:buBlip>
                      </a:pPr>
                      <a:r>
                        <a:rPr lang="en-US" sz="1600" baseline="0" dirty="0"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ctr" latinLnBrk="0" hangingPunct="1">
                        <a:spcBef>
                          <a:spcPts val="1200"/>
                        </a:spcBef>
                        <a:buSzPct val="180000"/>
                        <a:buFont typeface="Arial" panose="020B0604020202020204" pitchFamily="34" charset="0"/>
                        <a:buBlip>
                          <a:blip r:embed="rId4"/>
                        </a:buBlip>
                      </a:pPr>
                      <a:r>
                        <a:rPr lang="en-US" sz="1600" baseline="0" dirty="0"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ctr" latinLnBrk="0" hangingPunct="1">
                        <a:spcBef>
                          <a:spcPts val="1200"/>
                        </a:spcBef>
                        <a:buSzPct val="180000"/>
                        <a:buFont typeface="Arial" panose="020B0604020202020204" pitchFamily="34" charset="0"/>
                        <a:buBlip>
                          <a:blip r:embed="rId5"/>
                        </a:buBlip>
                      </a:pPr>
                      <a:r>
                        <a:rPr lang="en-US" sz="1600" baseline="0" dirty="0"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ctr" latinLnBrk="0" hangingPunct="1">
                        <a:spcBef>
                          <a:spcPts val="1200"/>
                        </a:spcBef>
                        <a:buSzPct val="180000"/>
                        <a:buFont typeface="Arial" panose="020B0604020202020204" pitchFamily="34" charset="0"/>
                        <a:buBlip>
                          <a:blip r:embed="rId5"/>
                        </a:buBlip>
                      </a:pPr>
                      <a:r>
                        <a:rPr lang="en-US" sz="1600" baseline="0" dirty="0"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ctr" latinLnBrk="0" hangingPunct="1">
                        <a:spcBef>
                          <a:spcPts val="1200"/>
                        </a:spcBef>
                        <a:buSzPct val="180000"/>
                        <a:buFont typeface="Arial" panose="020B0604020202020204" pitchFamily="34" charset="0"/>
                        <a:buBlip>
                          <a:blip r:embed="rId5"/>
                        </a:buBlip>
                      </a:pPr>
                      <a:r>
                        <a:rPr lang="en-US" sz="1600" baseline="0" dirty="0">
                          <a:solidFill>
                            <a:srgbClr val="D6D6D6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7756576"/>
                  </a:ext>
                </a:extLst>
              </a:tr>
              <a:tr h="394033">
                <a:tc>
                  <a:txBody>
                    <a:bodyPr/>
                    <a:lstStyle/>
                    <a:p>
                      <a:pPr marL="0" marR="0" lvl="0" indent="0" algn="ctr" defTabSz="711200" rtl="0" eaLnBrk="1" fontAlgn="auto" latinLnBrk="0" hangingPunct="1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Blueprints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ctr" latinLnBrk="0" hangingPunct="1">
                        <a:spcBef>
                          <a:spcPts val="1200"/>
                        </a:spcBef>
                        <a:buSzPct val="180000"/>
                        <a:buFont typeface="Arial" panose="020B0604020202020204" pitchFamily="34" charset="0"/>
                        <a:buBlip>
                          <a:blip r:embed="rId4"/>
                        </a:buBlip>
                      </a:pPr>
                      <a:r>
                        <a:rPr lang="en-US" sz="1600" baseline="0" dirty="0"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ctr" latinLnBrk="0" hangingPunct="1">
                        <a:spcBef>
                          <a:spcPts val="1200"/>
                        </a:spcBef>
                        <a:buSzPct val="180000"/>
                        <a:buFont typeface="Arial" panose="020B0604020202020204" pitchFamily="34" charset="0"/>
                        <a:buBlip>
                          <a:blip r:embed="rId4"/>
                        </a:buBlip>
                      </a:pPr>
                      <a:r>
                        <a:rPr lang="en-US" sz="1600" baseline="0" dirty="0"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ctr" latinLnBrk="0" hangingPunct="1">
                        <a:spcBef>
                          <a:spcPts val="1200"/>
                        </a:spcBef>
                        <a:buSzPct val="180000"/>
                        <a:buFont typeface="Arial" panose="020B0604020202020204" pitchFamily="34" charset="0"/>
                        <a:buBlip>
                          <a:blip r:embed="rId4"/>
                        </a:buBlip>
                      </a:pPr>
                      <a:r>
                        <a:rPr lang="en-US" sz="1600" baseline="0" dirty="0"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ctr" latinLnBrk="0" hangingPunct="1">
                        <a:spcBef>
                          <a:spcPts val="1200"/>
                        </a:spcBef>
                        <a:buSzPct val="180000"/>
                        <a:buFont typeface="Arial" panose="020B0604020202020204" pitchFamily="34" charset="0"/>
                        <a:buBlip>
                          <a:blip r:embed="rId4"/>
                        </a:buBlip>
                      </a:pPr>
                      <a:r>
                        <a:rPr lang="en-US" sz="1600" baseline="0" dirty="0"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ctr" latinLnBrk="0" hangingPunct="1">
                        <a:spcBef>
                          <a:spcPts val="1200"/>
                        </a:spcBef>
                        <a:buSzPct val="180000"/>
                        <a:buFont typeface="Arial" panose="020B0604020202020204" pitchFamily="34" charset="0"/>
                        <a:buBlip>
                          <a:blip r:embed="rId4"/>
                        </a:buBlip>
                      </a:pPr>
                      <a:r>
                        <a:rPr lang="en-US" sz="1600" baseline="0" dirty="0"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ctr" defTabSz="711200" rtl="0" eaLnBrk="1" fontAlgn="ctr" latinLnBrk="0" hangingPunct="1">
                        <a:spcBef>
                          <a:spcPts val="1200"/>
                        </a:spcBef>
                        <a:buSzPct val="180000"/>
                        <a:buFont typeface="Arial" panose="020B0604020202020204" pitchFamily="34" charset="0"/>
                        <a:buBlip>
                          <a:blip r:embed="rId5"/>
                        </a:buBlip>
                      </a:pPr>
                      <a:r>
                        <a:rPr lang="en-US" sz="1600" baseline="0" dirty="0">
                          <a:solidFill>
                            <a:srgbClr val="D6D6D6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6D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33852644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776372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" name="think-cell data - do not delete" hidden="1">
            <a:extLst>
              <a:ext uri="{FF2B5EF4-FFF2-40B4-BE49-F238E27FC236}">
                <a16:creationId xmlns:a16="http://schemas.microsoft.com/office/drawing/2014/main" id="{460D9EC7-91BD-4EC6-8256-273B50EF5812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1340541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84" imgH="486" progId="TCLayout.ActiveDocument.1">
                  <p:embed/>
                </p:oleObj>
              </mc:Choice>
              <mc:Fallback>
                <p:oleObj name="think-cell Slide" r:id="rId4" imgW="484" imgH="486" progId="TCLayout.ActiveDocument.1">
                  <p:embed/>
                  <p:pic>
                    <p:nvPicPr>
                      <p:cNvPr id="3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60D9EC7-91BD-4EC6-8256-273B50EF581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btfpColumnIndicatorGroup2">
            <a:extLst>
              <a:ext uri="{FF2B5EF4-FFF2-40B4-BE49-F238E27FC236}">
                <a16:creationId xmlns:a16="http://schemas.microsoft.com/office/drawing/2014/main" id="{798650F2-C6D2-3B42-FD5D-3A7D6D796ABB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0" name="btfpColumnGapBlocker303178">
              <a:extLst>
                <a:ext uri="{FF2B5EF4-FFF2-40B4-BE49-F238E27FC236}">
                  <a16:creationId xmlns:a16="http://schemas.microsoft.com/office/drawing/2014/main" id="{30408464-24AE-0F92-1B40-ADEF925F1408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8" name="btfpColumnGapBlocker191055">
              <a:extLst>
                <a:ext uri="{FF2B5EF4-FFF2-40B4-BE49-F238E27FC236}">
                  <a16:creationId xmlns:a16="http://schemas.microsoft.com/office/drawing/2014/main" id="{4ECD1B08-0594-3A68-2207-96EC06DCE40F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6" name="btfpColumnIndicator128888">
              <a:extLst>
                <a:ext uri="{FF2B5EF4-FFF2-40B4-BE49-F238E27FC236}">
                  <a16:creationId xmlns:a16="http://schemas.microsoft.com/office/drawing/2014/main" id="{3E2C1F7C-3AB5-DCC8-2B5B-791562C1062D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btfpColumnIndicator679857">
              <a:extLst>
                <a:ext uri="{FF2B5EF4-FFF2-40B4-BE49-F238E27FC236}">
                  <a16:creationId xmlns:a16="http://schemas.microsoft.com/office/drawing/2014/main" id="{E1585BE7-5177-D0F9-60CD-5C9299CE2AA6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btfpColumnIndicatorGroup1">
            <a:extLst>
              <a:ext uri="{FF2B5EF4-FFF2-40B4-BE49-F238E27FC236}">
                <a16:creationId xmlns:a16="http://schemas.microsoft.com/office/drawing/2014/main" id="{D1E02D1C-5F3F-9539-0523-AFFB36678344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9" name="btfpColumnGapBlocker380589">
              <a:extLst>
                <a:ext uri="{FF2B5EF4-FFF2-40B4-BE49-F238E27FC236}">
                  <a16:creationId xmlns:a16="http://schemas.microsoft.com/office/drawing/2014/main" id="{5639BF26-9124-81B0-E616-E75FC6468E8E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7" name="btfpColumnGapBlocker243998">
              <a:extLst>
                <a:ext uri="{FF2B5EF4-FFF2-40B4-BE49-F238E27FC236}">
                  <a16:creationId xmlns:a16="http://schemas.microsoft.com/office/drawing/2014/main" id="{3EED1BF9-041A-FFD0-EA47-46B8DF97FFC6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5" name="btfpColumnIndicator414356">
              <a:extLst>
                <a:ext uri="{FF2B5EF4-FFF2-40B4-BE49-F238E27FC236}">
                  <a16:creationId xmlns:a16="http://schemas.microsoft.com/office/drawing/2014/main" id="{54635E88-8AD5-7043-776D-C48C68CC5315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btfpColumnIndicator918831">
              <a:extLst>
                <a:ext uri="{FF2B5EF4-FFF2-40B4-BE49-F238E27FC236}">
                  <a16:creationId xmlns:a16="http://schemas.microsoft.com/office/drawing/2014/main" id="{12FEB9FE-2DCD-512F-96C0-0A521B5BDEAB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B4199FF-C8A2-2613-1D3E-CF849441C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YOLO</a:t>
            </a:r>
          </a:p>
        </p:txBody>
      </p:sp>
      <p:pic>
        <p:nvPicPr>
          <p:cNvPr id="14" name="Picture 13" descr="A close-up of a document&#10;&#10;AI-generated content may be incorrect.">
            <a:extLst>
              <a:ext uri="{FF2B5EF4-FFF2-40B4-BE49-F238E27FC236}">
                <a16:creationId xmlns:a16="http://schemas.microsoft.com/office/drawing/2014/main" id="{A73B8AA7-C254-57EB-5496-126A458542F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826" y="945269"/>
            <a:ext cx="5175985" cy="5576829"/>
          </a:xfrm>
          <a:prstGeom prst="rect">
            <a:avLst/>
          </a:prstGeom>
        </p:spPr>
      </p:pic>
      <p:pic>
        <p:nvPicPr>
          <p:cNvPr id="16" name="Picture 15" descr="A close-up of a document&#10;&#10;AI-generated content may be incorrect.">
            <a:extLst>
              <a:ext uri="{FF2B5EF4-FFF2-40B4-BE49-F238E27FC236}">
                <a16:creationId xmlns:a16="http://schemas.microsoft.com/office/drawing/2014/main" id="{3358A0E9-25F4-4921-E3AE-9ABF611BA7A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8725" y="876688"/>
            <a:ext cx="4850284" cy="564541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56287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" name="think-cell data - do not delete" hidden="1">
            <a:extLst>
              <a:ext uri="{FF2B5EF4-FFF2-40B4-BE49-F238E27FC236}">
                <a16:creationId xmlns:a16="http://schemas.microsoft.com/office/drawing/2014/main" id="{0187721B-C610-97C0-6A2C-E34727FB697F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287147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84" imgH="486" progId="TCLayout.ActiveDocument.1">
                  <p:embed/>
                </p:oleObj>
              </mc:Choice>
              <mc:Fallback>
                <p:oleObj name="think-cell Slide" r:id="rId4" imgW="484" imgH="486" progId="TCLayout.ActiveDocument.1">
                  <p:embed/>
                  <p:pic>
                    <p:nvPicPr>
                      <p:cNvPr id="21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187721B-C610-97C0-6A2C-E34727FB69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btfpColumnIndicatorGroup2">
            <a:extLst>
              <a:ext uri="{FF2B5EF4-FFF2-40B4-BE49-F238E27FC236}">
                <a16:creationId xmlns:a16="http://schemas.microsoft.com/office/drawing/2014/main" id="{F8A8E1AB-6E34-7F46-2ADE-5981A08080FD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0" name="btfpColumnGapBlocker208923">
              <a:extLst>
                <a:ext uri="{FF2B5EF4-FFF2-40B4-BE49-F238E27FC236}">
                  <a16:creationId xmlns:a16="http://schemas.microsoft.com/office/drawing/2014/main" id="{4F1DA41E-A0C8-0ED1-9FF9-E5BC2241AC48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8" name="btfpColumnGapBlocker107137">
              <a:extLst>
                <a:ext uri="{FF2B5EF4-FFF2-40B4-BE49-F238E27FC236}">
                  <a16:creationId xmlns:a16="http://schemas.microsoft.com/office/drawing/2014/main" id="{65BA3C55-A8AA-6464-1B06-DADB31B74824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6" name="btfpColumnIndicator819361">
              <a:extLst>
                <a:ext uri="{FF2B5EF4-FFF2-40B4-BE49-F238E27FC236}">
                  <a16:creationId xmlns:a16="http://schemas.microsoft.com/office/drawing/2014/main" id="{BBB9678D-984E-AA50-6EC6-5B9E918F4632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btfpColumnIndicator234386">
              <a:extLst>
                <a:ext uri="{FF2B5EF4-FFF2-40B4-BE49-F238E27FC236}">
                  <a16:creationId xmlns:a16="http://schemas.microsoft.com/office/drawing/2014/main" id="{D324D207-F169-F192-4330-2A885F158AFE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btfpColumnIndicatorGroup1">
            <a:extLst>
              <a:ext uri="{FF2B5EF4-FFF2-40B4-BE49-F238E27FC236}">
                <a16:creationId xmlns:a16="http://schemas.microsoft.com/office/drawing/2014/main" id="{597D3A74-EEB8-109D-9057-1E9179391979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9" name="btfpColumnGapBlocker897559">
              <a:extLst>
                <a:ext uri="{FF2B5EF4-FFF2-40B4-BE49-F238E27FC236}">
                  <a16:creationId xmlns:a16="http://schemas.microsoft.com/office/drawing/2014/main" id="{D2E45EDA-3E77-58C4-BA52-23FF3BFA112B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7" name="btfpColumnGapBlocker153798">
              <a:extLst>
                <a:ext uri="{FF2B5EF4-FFF2-40B4-BE49-F238E27FC236}">
                  <a16:creationId xmlns:a16="http://schemas.microsoft.com/office/drawing/2014/main" id="{35139C76-47CF-D261-9C46-BAA3AC2208B6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5" name="btfpColumnIndicator380306">
              <a:extLst>
                <a:ext uri="{FF2B5EF4-FFF2-40B4-BE49-F238E27FC236}">
                  <a16:creationId xmlns:a16="http://schemas.microsoft.com/office/drawing/2014/main" id="{2683E54E-A217-653C-2BEC-65B4BA9A0794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btfpColumnIndicator176126">
              <a:extLst>
                <a:ext uri="{FF2B5EF4-FFF2-40B4-BE49-F238E27FC236}">
                  <a16:creationId xmlns:a16="http://schemas.microsoft.com/office/drawing/2014/main" id="{8F891288-D22B-5505-7719-9D2B0F36E1E0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DE8923E-17A7-51D1-CF49-685602079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 err="1"/>
              <a:t>PDFMiner</a:t>
            </a:r>
            <a:endParaRPr lang="en-US" dirty="0"/>
          </a:p>
        </p:txBody>
      </p:sp>
      <p:pic>
        <p:nvPicPr>
          <p:cNvPr id="20" name="Picture 19" descr="A screenshot of a document&#10;&#10;AI-generated content may be incorrect.">
            <a:extLst>
              <a:ext uri="{FF2B5EF4-FFF2-40B4-BE49-F238E27FC236}">
                <a16:creationId xmlns:a16="http://schemas.microsoft.com/office/drawing/2014/main" id="{A487CD5D-F584-D070-C258-012DEFE7B7D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6776" y="876688"/>
            <a:ext cx="4852211" cy="5720055"/>
          </a:xfrm>
          <a:prstGeom prst="rect">
            <a:avLst/>
          </a:prstGeom>
        </p:spPr>
      </p:pic>
      <p:pic>
        <p:nvPicPr>
          <p:cNvPr id="17" name="Picture 16" descr="A close-up of a document&#10;&#10;AI-generated content may be incorrect.">
            <a:extLst>
              <a:ext uri="{FF2B5EF4-FFF2-40B4-BE49-F238E27FC236}">
                <a16:creationId xmlns:a16="http://schemas.microsoft.com/office/drawing/2014/main" id="{33A69F00-118F-1898-55DD-D75833B9A7B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826" y="945269"/>
            <a:ext cx="5175985" cy="557682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21131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" name="think-cell data - do not delete" hidden="1">
            <a:extLst>
              <a:ext uri="{FF2B5EF4-FFF2-40B4-BE49-F238E27FC236}">
                <a16:creationId xmlns:a16="http://schemas.microsoft.com/office/drawing/2014/main" id="{FEE97B33-4EB2-A489-73BB-2A8BC763CA4D}"/>
              </a:ext>
            </a:extLst>
          </p:cNvPr>
          <p:cNvGraphicFramePr>
            <a:graphicFrameLocks noChangeAspect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51484382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84" imgH="486" progId="TCLayout.ActiveDocument.1">
                  <p:embed/>
                </p:oleObj>
              </mc:Choice>
              <mc:Fallback>
                <p:oleObj name="think-cell Slide" r:id="rId4" imgW="484" imgH="486" progId="TCLayout.ActiveDocument.1">
                  <p:embed/>
                  <p:pic>
                    <p:nvPicPr>
                      <p:cNvPr id="2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EE97B33-4EB2-A489-73BB-2A8BC763CA4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btfpColumnIndicatorGroup2">
            <a:extLst>
              <a:ext uri="{FF2B5EF4-FFF2-40B4-BE49-F238E27FC236}">
                <a16:creationId xmlns:a16="http://schemas.microsoft.com/office/drawing/2014/main" id="{882FF0F1-529E-CB1F-A763-E4538FB3EBAE}"/>
              </a:ext>
            </a:extLst>
          </p:cNvPr>
          <p:cNvGrpSpPr/>
          <p:nvPr/>
        </p:nvGrpSpPr>
        <p:grpSpPr>
          <a:xfrm>
            <a:off x="0" y="6926580"/>
            <a:ext cx="12192000" cy="137160"/>
            <a:chOff x="0" y="6926580"/>
            <a:chExt cx="12192000" cy="137160"/>
          </a:xfrm>
        </p:grpSpPr>
        <p:sp>
          <p:nvSpPr>
            <p:cNvPr id="10" name="btfpColumnGapBlocker129733">
              <a:extLst>
                <a:ext uri="{FF2B5EF4-FFF2-40B4-BE49-F238E27FC236}">
                  <a16:creationId xmlns:a16="http://schemas.microsoft.com/office/drawing/2014/main" id="{FD89E96A-954D-DB9B-4838-2C40516283F7}"/>
                </a:ext>
              </a:extLst>
            </p:cNvPr>
            <p:cNvSpPr/>
            <p:nvPr/>
          </p:nvSpPr>
          <p:spPr bwMode="gray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8" name="btfpColumnGapBlocker540187">
              <a:extLst>
                <a:ext uri="{FF2B5EF4-FFF2-40B4-BE49-F238E27FC236}">
                  <a16:creationId xmlns:a16="http://schemas.microsoft.com/office/drawing/2014/main" id="{636C37AD-781C-48C7-8AF7-735C9EC30D28}"/>
                </a:ext>
              </a:extLst>
            </p:cNvPr>
            <p:cNvSpPr/>
            <p:nvPr/>
          </p:nvSpPr>
          <p:spPr bwMode="gray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6" name="btfpColumnIndicator549114">
              <a:extLst>
                <a:ext uri="{FF2B5EF4-FFF2-40B4-BE49-F238E27FC236}">
                  <a16:creationId xmlns:a16="http://schemas.microsoft.com/office/drawing/2014/main" id="{E3160901-884A-07A4-3467-A3DC39AB87F3}"/>
                </a:ext>
              </a:extLst>
            </p:cNvPr>
            <p:cNvCxnSpPr/>
            <p:nvPr/>
          </p:nvCxnSpPr>
          <p:spPr bwMode="gray">
            <a:xfrm flipV="1">
              <a:off x="118618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btfpColumnIndicator419182">
              <a:extLst>
                <a:ext uri="{FF2B5EF4-FFF2-40B4-BE49-F238E27FC236}">
                  <a16:creationId xmlns:a16="http://schemas.microsoft.com/office/drawing/2014/main" id="{22854665-5A40-011E-8993-7D8BD2804EF9}"/>
                </a:ext>
              </a:extLst>
            </p:cNvPr>
            <p:cNvCxnSpPr/>
            <p:nvPr/>
          </p:nvCxnSpPr>
          <p:spPr bwMode="gray">
            <a:xfrm flipV="1">
              <a:off x="330200" y="692658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btfpColumnIndicatorGroup1">
            <a:extLst>
              <a:ext uri="{FF2B5EF4-FFF2-40B4-BE49-F238E27FC236}">
                <a16:creationId xmlns:a16="http://schemas.microsoft.com/office/drawing/2014/main" id="{6FE80E34-602E-A4A7-0D7F-B02E5523526D}"/>
              </a:ext>
            </a:extLst>
          </p:cNvPr>
          <p:cNvGrpSpPr/>
          <p:nvPr/>
        </p:nvGrpSpPr>
        <p:grpSpPr>
          <a:xfrm>
            <a:off x="0" y="-205740"/>
            <a:ext cx="12192000" cy="137160"/>
            <a:chOff x="0" y="-205740"/>
            <a:chExt cx="12192000" cy="137160"/>
          </a:xfrm>
        </p:grpSpPr>
        <p:sp>
          <p:nvSpPr>
            <p:cNvPr id="9" name="btfpColumnGapBlocker570652">
              <a:extLst>
                <a:ext uri="{FF2B5EF4-FFF2-40B4-BE49-F238E27FC236}">
                  <a16:creationId xmlns:a16="http://schemas.microsoft.com/office/drawing/2014/main" id="{B9764F86-BF64-2709-5120-96CFC320193B}"/>
                </a:ext>
              </a:extLst>
            </p:cNvPr>
            <p:cNvSpPr/>
            <p:nvPr/>
          </p:nvSpPr>
          <p:spPr bwMode="gray">
            <a:xfrm>
              <a:off x="1186180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sp>
          <p:nvSpPr>
            <p:cNvPr id="7" name="btfpColumnGapBlocker479837">
              <a:extLst>
                <a:ext uri="{FF2B5EF4-FFF2-40B4-BE49-F238E27FC236}">
                  <a16:creationId xmlns:a16="http://schemas.microsoft.com/office/drawing/2014/main" id="{748A651A-C01B-DBBC-4981-B4050659316B}"/>
                </a:ext>
              </a:extLst>
            </p:cNvPr>
            <p:cNvSpPr/>
            <p:nvPr/>
          </p:nvSpPr>
          <p:spPr bwMode="gray">
            <a:xfrm>
              <a:off x="0" y="-205740"/>
              <a:ext cx="330200" cy="137160"/>
            </a:xfrm>
            <a:prstGeom prst="rect">
              <a:avLst/>
            </a:prstGeom>
            <a:pattFill prst="ltUpDiag">
              <a:fgClr>
                <a:srgbClr val="BBCABA"/>
              </a:fgClr>
              <a:bgClr>
                <a:srgbClr val="FFFFFF"/>
              </a:bgClr>
            </a:pattFill>
            <a:ln w="9525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chemeClr val="tx1"/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indent="0" algn="ctr">
                <a:buNone/>
              </a:pPr>
              <a:endParaRPr lang="en-US" sz="1600" dirty="0" err="1">
                <a:solidFill>
                  <a:schemeClr val="tx1"/>
                </a:solidFill>
              </a:endParaRPr>
            </a:p>
          </p:txBody>
        </p:sp>
        <p:cxnSp>
          <p:nvCxnSpPr>
            <p:cNvPr id="5" name="btfpColumnIndicator820738">
              <a:extLst>
                <a:ext uri="{FF2B5EF4-FFF2-40B4-BE49-F238E27FC236}">
                  <a16:creationId xmlns:a16="http://schemas.microsoft.com/office/drawing/2014/main" id="{7AE58AB5-F3D7-0EC7-F741-93AA8F328748}"/>
                </a:ext>
              </a:extLst>
            </p:cNvPr>
            <p:cNvCxnSpPr/>
            <p:nvPr/>
          </p:nvCxnSpPr>
          <p:spPr bwMode="gray">
            <a:xfrm flipV="1">
              <a:off x="118618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btfpColumnIndicator893384">
              <a:extLst>
                <a:ext uri="{FF2B5EF4-FFF2-40B4-BE49-F238E27FC236}">
                  <a16:creationId xmlns:a16="http://schemas.microsoft.com/office/drawing/2014/main" id="{FE78A50D-5351-D502-D3F6-7928080079B1}"/>
                </a:ext>
              </a:extLst>
            </p:cNvPr>
            <p:cNvCxnSpPr/>
            <p:nvPr/>
          </p:nvCxnSpPr>
          <p:spPr bwMode="gray">
            <a:xfrm flipV="1">
              <a:off x="330200" y="-205740"/>
              <a:ext cx="0" cy="137160"/>
            </a:xfrm>
            <a:prstGeom prst="line">
              <a:avLst/>
            </a:prstGeom>
            <a:ln w="19050" cap="flat" cmpd="sng" algn="ctr">
              <a:solidFill>
                <a:srgbClr val="507867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F5ADEAF-3F73-4DAA-FE22-15DAA20F6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dirty="0"/>
              <a:t>Layout Parser</a:t>
            </a:r>
          </a:p>
        </p:txBody>
      </p:sp>
      <p:pic>
        <p:nvPicPr>
          <p:cNvPr id="18" name="Picture 17" descr="A screenshot of a document&#10;&#10;AI-generated content may be incorrect.">
            <a:extLst>
              <a:ext uri="{FF2B5EF4-FFF2-40B4-BE49-F238E27FC236}">
                <a16:creationId xmlns:a16="http://schemas.microsoft.com/office/drawing/2014/main" id="{4A5A48BD-E479-B84A-8D4A-55C502653A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5657" y="876687"/>
            <a:ext cx="5494106" cy="5701395"/>
          </a:xfrm>
          <a:prstGeom prst="rect">
            <a:avLst/>
          </a:prstGeom>
        </p:spPr>
      </p:pic>
      <p:pic>
        <p:nvPicPr>
          <p:cNvPr id="17" name="Picture 16" descr="A close-up of a document&#10;&#10;AI-generated content may be incorrect.">
            <a:extLst>
              <a:ext uri="{FF2B5EF4-FFF2-40B4-BE49-F238E27FC236}">
                <a16:creationId xmlns:a16="http://schemas.microsoft.com/office/drawing/2014/main" id="{ACF24C81-BBAE-F798-502B-905BC3EBF9E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826" y="945269"/>
            <a:ext cx="5175985" cy="557682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7832819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  <p:tag name="BTFPCOLUMNGUIDE" val="Visible"/>
  <p:tag name="MEKKOFORMATS" val="&lt;MekkoFormats&gt;&lt;NumberFormat DecimalSeparator=&quot;.&quot; ThousandSeparator=&quot;,&quot; NegativeNumberFormat=&quot;1&quot; /&gt;&lt;DateFormat CultureID=&quot;1033&quot; FormatString=&quot;M/d/yyyy&quot; /&gt;&lt;Font&gt;&lt;Output_Font_Name Default=&quot;Arial&quot; UsePPTTheme=&quot;True&quot; /&gt;&lt;/Font&gt;&lt;/MekkoFormats&gt;"/>
  <p:tag name="OFFICE" val="Boston"/>
  <p:tag name="THINKCELLPRESENTATIONDONOTDELETE" val="&lt;?xml version=&quot;1.0&quot; encoding=&quot;UTF-16&quot; standalone=&quot;yes&quot;?&gt;&lt;root reqver=&quot;30783&quot;&gt;&lt;version val=&quot;36990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_TEMPLATE" val="&lt;Template&gt;&#10;  &lt;Id&gt;e957d99e3259ae5bd28a791cbeee7a80&lt;/Id&gt;&#10;  &lt;Version&gt;2&lt;/Version&gt;&#10;&lt;/Template&gt;"/>
  <p:tag name="BTFPLAYOUTCOLUMNS" val="3"/>
  <p:tag name="BTFPLAYOUTENABLED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00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01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028"/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029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030"/>
  <p:tag name="BTFPLAYOUTANCHOREBOTTOM" val="False"/>
  <p:tag name="BTFPLAYOUTANCHORELEFT" val="True"/>
  <p:tag name="BTFPLAYOUTANCHORERIGHT" val="False"/>
  <p:tag name="BTFPLAYOUTANCHORETOP" val="True"/>
  <p:tag name="BTFPLAYOUTENABLED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031"/>
  <p:tag name="BTFPLAYOUTENABLED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032"/>
  <p:tag name="BTFPLAYOUTENABLED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033"/>
  <p:tag name="BTFPLAYOUTENABLED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034"/>
  <p:tag name="BTFPLAYOUTENABLED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035"/>
  <p:tag name="BTFPLAYOUTENABLED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038"/>
  <p:tag name="BTFPLAYOUTENABLED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041"/>
  <p:tag name="BTFPLAYOUTENABLED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044"/>
  <p:tag name="BTFPLAYOUTENABLED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047"/>
  <p:tag name="BTFPLAYOUTENABLED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048"/>
  <p:tag name="BTFPLAYOUTENABLED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049"/>
  <p:tag name="BTFPLAYOUTENABLED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050"/>
  <p:tag name="BTFPLAYOUTENABLED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045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046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04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04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039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04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036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037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018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019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02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02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02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023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024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025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026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027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007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008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009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01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01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01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013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014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015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016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00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003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004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_TEMPLATE" val="&lt;Template&gt;&#10;  &lt;Id&gt;7406ec757f6530df385e26020ff520e8&lt;/Id&gt;&#10;  &lt;Version&gt;2&lt;/Version&gt;&#10;&lt;/Template&gt;"/>
  <p:tag name="BTFPLAYOUTCOLUMNS" val="1"/>
  <p:tag name="BTFPLAYOUTENABLED" val="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8050"/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805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8062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8063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8065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8066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8067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8068"/>
  <p:tag name="BTFPLAYOUTENABLED" val="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8071"/>
  <p:tag name="BTFPLAYOUTENABLED" val="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8074"/>
  <p:tag name="BTFPLAYOUTENABLED" val="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8075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8076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8072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8073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8069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807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8046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8047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38048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_TEMPLATE" val="&lt;Template&gt;&#10;  &lt;Id&gt;45525067ae34d13eafbe8b16c0293686&lt;/Id&gt;&#10;  &lt;Version&gt;2&lt;/Version&gt;&#10;&lt;/Template&gt;"/>
  <p:tag name="BTFPLAYOUTCOLUMNS" val="2"/>
  <p:tag name="BTFPLAYOUTENABLED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7xXS2O5Ubs25pUDFnN6Rg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SBp2ODIW_5yTtqkJ0rBuQ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WaFhYIDk9mJTJtpmoKy4A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SVeX9weIgJQYf2vFCcoMg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5GeFIAJgiEJwoexDD4IdQ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JOYQjT4lISaFsVELn83AQ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_Dt7QX0cWwqBaS1Nj0dSw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ifXASZOx2iLWAYW4DBrxQ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6EynrR44.CX.i81yDbrzQ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UDrQcwqFVCxjbKruBnGqg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s7pz8WpwF9bXJW7YtsUcg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ckqG1JO.KpLwaIqISgkmw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OuSC_IYxOy8P8EaVeJaOQ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auRyC4oekhfoA3NT_D4Og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4NVAcsip_C8YTWXXK7llA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vk1ZQrBOVKGtXgY6N9sbw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XG.i.ttiVcn_c6xIQLdEg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YVgyYz4JMBHQ8e4coyGvw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OEiD4Q4wkd1xqJWeruWGA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7PebPnsIoBvBSxVjtFo3w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XZuRAIy6nF_xHnHNkvUWQ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rZJy4aAk4JnZrKj78u8bw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196"/>
  <p:tag name="BTFPLAYOUTENABLED" val="1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1"/>
  <p:tag name="BTFPLAYOUTCOLUMNS" val="1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ain Core">
  <a:themeElements>
    <a:clrScheme name="Bain">
      <a:dk1>
        <a:srgbClr val="000000"/>
      </a:dk1>
      <a:lt1>
        <a:srgbClr val="FFFFFF"/>
      </a:lt1>
      <a:dk2>
        <a:srgbClr val="D6D6D6"/>
      </a:dk2>
      <a:lt2>
        <a:srgbClr val="5C5C5C"/>
      </a:lt2>
      <a:accent1>
        <a:srgbClr val="B4B4B4"/>
      </a:accent1>
      <a:accent2>
        <a:srgbClr val="D6D6D6"/>
      </a:accent2>
      <a:accent3>
        <a:srgbClr val="CC0000"/>
      </a:accent3>
      <a:accent4>
        <a:srgbClr val="46647B"/>
      </a:accent4>
      <a:accent5>
        <a:srgbClr val="507867"/>
      </a:accent5>
      <a:accent6>
        <a:srgbClr val="973B74"/>
      </a:accent6>
      <a:hlink>
        <a:srgbClr val="46647B"/>
      </a:hlink>
      <a:folHlink>
        <a:srgbClr val="7891AA"/>
      </a:folHlink>
    </a:clrScheme>
    <a:fontScheme name="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gray">
        <a:solidFill>
          <a:schemeClr val="bg1"/>
        </a:solidFill>
        <a:ln w="9525">
          <a:solidFill>
            <a:schemeClr val="tx1"/>
          </a:solidFill>
        </a:ln>
      </a:spPr>
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<a:prstTxWarp prst="textNoShape">
          <a:avLst/>
        </a:prstTxWarp>
        <a:noAutofit/>
      </a:bodyPr>
      <a:lstStyle>
        <a:defPPr marL="0" indent="0" algn="ctr">
          <a:buNone/>
          <a:defRPr sz="16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 bwMode="gray">
        <a:ln w="9525" cap="flat">
          <a:solidFill>
            <a:schemeClr val="tx1"/>
          </a:solidFill>
          <a:miter lim="800000"/>
          <a:tailEnd type="none" w="med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 bwMode="gray">
        <a:noFill/>
      </a:spPr>
      <a:bodyPr wrap="none" lIns="36000" tIns="36000" rIns="36000" bIns="36000" rtlCol="0">
        <a:spAutoFit/>
      </a:bodyPr>
      <a:lstStyle>
        <a:defPPr marL="0" indent="0">
          <a:buNone/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Bain Core On Screen Show (16_9).potx" id="{56CF97D2-A744-43CA-AE15-0214FF29DAC4}" vid="{A64E784E-EE2A-4031-BBD4-3B52B2D870F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3721693-BC71-4E7A-88A5-47892BE7D9A9}">
  <we:reference id="70ed8778-2a1c-4697-8cf0-5cf67c93b7b6" version="2.2.2.15" store="EXCatalog" storeType="EXCatalog"/>
  <we:alternateReferences/>
  <we:properties/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CE28C1D2031CE49B65EB9398B6665A4" ma:contentTypeVersion="16" ma:contentTypeDescription="Ein neues Dokument erstellen." ma:contentTypeScope="" ma:versionID="915be8ddf9203496dff81045837c2095">
  <xsd:schema xmlns:xsd="http://www.w3.org/2001/XMLSchema" xmlns:xs="http://www.w3.org/2001/XMLSchema" xmlns:p="http://schemas.microsoft.com/office/2006/metadata/properties" xmlns:ns2="024ef72b-9a44-443b-86c7-2b9b89248177" xmlns:ns3="df6b8441-aa16-4692-b757-547843ef6d58" xmlns:ns4="0e427f73-0d6a-4740-aee4-eea3ddf9cfe2" targetNamespace="http://schemas.microsoft.com/office/2006/metadata/properties" ma:root="true" ma:fieldsID="93e82e7d94d6100c07791c5c9fddab0b" ns2:_="" ns3:_="" ns4:_="">
    <xsd:import namespace="024ef72b-9a44-443b-86c7-2b9b89248177"/>
    <xsd:import namespace="df6b8441-aa16-4692-b757-547843ef6d58"/>
    <xsd:import namespace="0e427f73-0d6a-4740-aee4-eea3ddf9cfe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4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4ef72b-9a44-443b-86c7-2b9b8924817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Location" ma:index="12" nillable="true" ma:displayName="Location" ma:internalName="MediaServiceLocatio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Bildmarkierungen" ma:readOnly="false" ma:fieldId="{5cf76f15-5ced-4ddc-b409-7134ff3c332f}" ma:taxonomyMulti="true" ma:sspId="4b166abb-7d38-406f-9233-2f33b10aef2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6b8441-aa16-4692-b757-547843ef6d58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427f73-0d6a-4740-aee4-eea3ddf9cfe2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a85ec8ad-9b94-48bf-98e4-b3da507f3f23}" ma:internalName="TaxCatchAll" ma:showField="CatchAllData" ma:web="df6b8441-aa16-4692-b757-547843ef6d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38E3FDD-F0A4-4844-9D40-FD90550EE82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24ef72b-9a44-443b-86c7-2b9b89248177"/>
    <ds:schemaRef ds:uri="df6b8441-aa16-4692-b757-547843ef6d58"/>
    <ds:schemaRef ds:uri="0e427f73-0d6a-4740-aee4-eea3ddf9cfe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D835C2C-3CD2-40BE-BE8B-84BB9926EAC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Bain Core On Screen Show (16_9)</Template>
  <TotalTime>2271</TotalTime>
  <Words>491</Words>
  <Application>Microsoft Office PowerPoint</Application>
  <PresentationFormat>Widescreen</PresentationFormat>
  <Paragraphs>189</Paragraphs>
  <Slides>9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Arial</vt:lpstr>
      <vt:lpstr>Times New Roman</vt:lpstr>
      <vt:lpstr>Bain Core</vt:lpstr>
      <vt:lpstr>think-cell Slide</vt:lpstr>
      <vt:lpstr>PowerPoint Presentation</vt:lpstr>
      <vt:lpstr>2x2 segment grid with main message</vt:lpstr>
      <vt:lpstr>OUR APPROACH</vt:lpstr>
      <vt:lpstr>PowerPoint Presentation</vt:lpstr>
      <vt:lpstr>1/2 line chart, 1/2 standard table</vt:lpstr>
      <vt:lpstr>PowerPoint Presentation</vt:lpstr>
      <vt:lpstr>YOLO</vt:lpstr>
      <vt:lpstr>PDFMiner</vt:lpstr>
      <vt:lpstr>Layout Parser</vt:lpstr>
    </vt:vector>
  </TitlesOfParts>
  <Company>Bain and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Mundhra, Mukunj</dc:creator>
  <cp:lastModifiedBy>Mundhra, Mukunj</cp:lastModifiedBy>
  <cp:revision>1</cp:revision>
  <cp:lastPrinted>2017-02-15T14:23:56Z</cp:lastPrinted>
  <dcterms:created xsi:type="dcterms:W3CDTF">2026-04-12T06:35:09Z</dcterms:created>
  <dcterms:modified xsi:type="dcterms:W3CDTF">2026-04-16T12:07:11Z</dcterms:modified>
</cp:coreProperties>
</file>